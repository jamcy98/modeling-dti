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469" r:id="rId2"/>
    <p:sldId id="473" r:id="rId3"/>
    <p:sldId id="472" r:id="rId4"/>
    <p:sldId id="483" r:id="rId5"/>
    <p:sldId id="456" r:id="rId6"/>
    <p:sldId id="474" r:id="rId7"/>
    <p:sldId id="457" r:id="rId8"/>
    <p:sldId id="482" r:id="rId9"/>
    <p:sldId id="447" r:id="rId10"/>
    <p:sldId id="489" r:id="rId11"/>
    <p:sldId id="459" r:id="rId12"/>
    <p:sldId id="460" r:id="rId13"/>
    <p:sldId id="484" r:id="rId14"/>
    <p:sldId id="485" r:id="rId15"/>
    <p:sldId id="486" r:id="rId16"/>
    <p:sldId id="487" r:id="rId17"/>
    <p:sldId id="488" r:id="rId18"/>
    <p:sldId id="461" r:id="rId19"/>
    <p:sldId id="462" r:id="rId20"/>
    <p:sldId id="463" r:id="rId21"/>
    <p:sldId id="46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C43F952-12CC-44D3-8C6A-51DE8C82283F}">
          <p14:sldIdLst>
            <p14:sldId id="469"/>
            <p14:sldId id="473"/>
            <p14:sldId id="472"/>
            <p14:sldId id="483"/>
            <p14:sldId id="456"/>
            <p14:sldId id="474"/>
            <p14:sldId id="457"/>
            <p14:sldId id="482"/>
            <p14:sldId id="447"/>
            <p14:sldId id="489"/>
            <p14:sldId id="459"/>
            <p14:sldId id="460"/>
            <p14:sldId id="484"/>
            <p14:sldId id="485"/>
            <p14:sldId id="486"/>
            <p14:sldId id="487"/>
            <p14:sldId id="488"/>
            <p14:sldId id="461"/>
            <p14:sldId id="462"/>
            <p14:sldId id="463"/>
            <p14:sldId id="4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CC00"/>
    <a:srgbClr val="FFFF99"/>
    <a:srgbClr val="FFFFFF"/>
    <a:srgbClr val="829030"/>
    <a:srgbClr val="D60093"/>
    <a:srgbClr val="F6E0EF"/>
    <a:srgbClr val="4F1C6A"/>
    <a:srgbClr val="CF9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71E29D-F631-444F-869D-06B55618BD4C}" v="158" dt="2026-05-08T11:04:11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88" autoAdjust="0"/>
    <p:restoredTop sz="83072" autoAdjust="0"/>
  </p:normalViewPr>
  <p:slideViewPr>
    <p:cSldViewPr snapToGrid="0">
      <p:cViewPr>
        <p:scale>
          <a:sx n="69" d="100"/>
          <a:sy n="69" d="100"/>
        </p:scale>
        <p:origin x="364" y="21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-85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ila Abdul-Hadi" userId="7dc5ed719b2f96f1" providerId="LiveId" clId="{DFFEC349-448E-4066-8B3E-11C2C439887C}"/>
    <pc:docChg chg="undo custSel addSld delSld modSld modSection">
      <pc:chgData name="Jamila Abdul-Hadi" userId="7dc5ed719b2f96f1" providerId="LiveId" clId="{DFFEC349-448E-4066-8B3E-11C2C439887C}" dt="2026-05-08T11:04:11.404" v="4238"/>
      <pc:docMkLst>
        <pc:docMk/>
      </pc:docMkLst>
      <pc:sldChg chg="addSp modSp mod">
        <pc:chgData name="Jamila Abdul-Hadi" userId="7dc5ed719b2f96f1" providerId="LiveId" clId="{DFFEC349-448E-4066-8B3E-11C2C439887C}" dt="2026-05-08T09:32:12.967" v="3777" actId="14100"/>
        <pc:sldMkLst>
          <pc:docMk/>
          <pc:sldMk cId="2766424232" sldId="447"/>
        </pc:sldMkLst>
        <pc:spChg chg="mod">
          <ac:chgData name="Jamila Abdul-Hadi" userId="7dc5ed719b2f96f1" providerId="LiveId" clId="{DFFEC349-448E-4066-8B3E-11C2C439887C}" dt="2026-05-08T09:22:47.372" v="3753" actId="20577"/>
          <ac:spMkLst>
            <pc:docMk/>
            <pc:sldMk cId="2766424232" sldId="447"/>
            <ac:spMk id="3" creationId="{BF4D1368-B4F0-E45D-0BE5-23E5601FA558}"/>
          </ac:spMkLst>
        </pc:spChg>
        <pc:picChg chg="add mod">
          <ac:chgData name="Jamila Abdul-Hadi" userId="7dc5ed719b2f96f1" providerId="LiveId" clId="{DFFEC349-448E-4066-8B3E-11C2C439887C}" dt="2026-05-08T09:32:12.967" v="3777" actId="14100"/>
          <ac:picMkLst>
            <pc:docMk/>
            <pc:sldMk cId="2766424232" sldId="447"/>
            <ac:picMk id="11" creationId="{F8E475E6-E161-4253-93D6-630AC9F69B59}"/>
          </ac:picMkLst>
        </pc:picChg>
      </pc:sldChg>
      <pc:sldChg chg="del">
        <pc:chgData name="Jamila Abdul-Hadi" userId="7dc5ed719b2f96f1" providerId="LiveId" clId="{DFFEC349-448E-4066-8B3E-11C2C439887C}" dt="2026-05-08T09:32:36.846" v="3778" actId="47"/>
        <pc:sldMkLst>
          <pc:docMk/>
          <pc:sldMk cId="2198958711" sldId="450"/>
        </pc:sldMkLst>
      </pc:sldChg>
      <pc:sldChg chg="addSp delSp modSp mod modAnim">
        <pc:chgData name="Jamila Abdul-Hadi" userId="7dc5ed719b2f96f1" providerId="LiveId" clId="{DFFEC349-448E-4066-8B3E-11C2C439887C}" dt="2026-05-06T14:59:24.707" v="1837" actId="1036"/>
        <pc:sldMkLst>
          <pc:docMk/>
          <pc:sldMk cId="353104377" sldId="456"/>
        </pc:sldMkLst>
        <pc:spChg chg="mod">
          <ac:chgData name="Jamila Abdul-Hadi" userId="7dc5ed719b2f96f1" providerId="LiveId" clId="{DFFEC349-448E-4066-8B3E-11C2C439887C}" dt="2026-05-06T14:29:21.595" v="1304" actId="20577"/>
          <ac:spMkLst>
            <pc:docMk/>
            <pc:sldMk cId="353104377" sldId="456"/>
            <ac:spMk id="3" creationId="{ED212FD1-7B8F-BDAE-4030-3CFA1F215EF1}"/>
          </ac:spMkLst>
        </pc:spChg>
        <pc:spChg chg="mod">
          <ac:chgData name="Jamila Abdul-Hadi" userId="7dc5ed719b2f96f1" providerId="LiveId" clId="{DFFEC349-448E-4066-8B3E-11C2C439887C}" dt="2026-05-06T14:18:54.977" v="1150" actId="20577"/>
          <ac:spMkLst>
            <pc:docMk/>
            <pc:sldMk cId="353104377" sldId="456"/>
            <ac:spMk id="8" creationId="{B665B78F-B997-C28C-147A-D551C5838AEE}"/>
          </ac:spMkLst>
        </pc:spChg>
        <pc:spChg chg="mod">
          <ac:chgData name="Jamila Abdul-Hadi" userId="7dc5ed719b2f96f1" providerId="LiveId" clId="{DFFEC349-448E-4066-8B3E-11C2C439887C}" dt="2026-05-06T14:31:30.979" v="1307"/>
          <ac:spMkLst>
            <pc:docMk/>
            <pc:sldMk cId="353104377" sldId="456"/>
            <ac:spMk id="18" creationId="{BA4D6016-DCB2-3E12-768F-A45477F888EC}"/>
          </ac:spMkLst>
        </pc:spChg>
        <pc:spChg chg="mod">
          <ac:chgData name="Jamila Abdul-Hadi" userId="7dc5ed719b2f96f1" providerId="LiveId" clId="{DFFEC349-448E-4066-8B3E-11C2C439887C}" dt="2026-05-06T14:33:26.874" v="1345" actId="20577"/>
          <ac:spMkLst>
            <pc:docMk/>
            <pc:sldMk cId="353104377" sldId="456"/>
            <ac:spMk id="19" creationId="{94C062CC-A5E4-E713-D3C5-9CABB6244F70}"/>
          </ac:spMkLst>
        </pc:spChg>
        <pc:spChg chg="mod">
          <ac:chgData name="Jamila Abdul-Hadi" userId="7dc5ed719b2f96f1" providerId="LiveId" clId="{DFFEC349-448E-4066-8B3E-11C2C439887C}" dt="2026-05-06T14:53:32.335" v="1785" actId="1076"/>
          <ac:spMkLst>
            <pc:docMk/>
            <pc:sldMk cId="353104377" sldId="456"/>
            <ac:spMk id="24" creationId="{038AB6BB-4E13-9DBB-4CFA-D5C1C0566FD6}"/>
          </ac:spMkLst>
        </pc:spChg>
        <pc:spChg chg="mod">
          <ac:chgData name="Jamila Abdul-Hadi" userId="7dc5ed719b2f96f1" providerId="LiveId" clId="{DFFEC349-448E-4066-8B3E-11C2C439887C}" dt="2026-05-06T14:55:00.421" v="1802" actId="255"/>
          <ac:spMkLst>
            <pc:docMk/>
            <pc:sldMk cId="353104377" sldId="456"/>
            <ac:spMk id="25" creationId="{F1BBA148-73C7-1FC4-4B40-D0261DE17CB2}"/>
          </ac:spMkLst>
        </pc:spChg>
        <pc:spChg chg="mod topLvl">
          <ac:chgData name="Jamila Abdul-Hadi" userId="7dc5ed719b2f96f1" providerId="LiveId" clId="{DFFEC349-448E-4066-8B3E-11C2C439887C}" dt="2026-05-06T14:41:59.706" v="1623" actId="5793"/>
          <ac:spMkLst>
            <pc:docMk/>
            <pc:sldMk cId="353104377" sldId="456"/>
            <ac:spMk id="37" creationId="{8D7D0019-A4E7-8F17-8683-8FA4CCE57D59}"/>
          </ac:spMkLst>
        </pc:spChg>
        <pc:spChg chg="mod topLvl">
          <ac:chgData name="Jamila Abdul-Hadi" userId="7dc5ed719b2f96f1" providerId="LiveId" clId="{DFFEC349-448E-4066-8B3E-11C2C439887C}" dt="2026-05-06T14:43:47.110" v="1636" actId="478"/>
          <ac:spMkLst>
            <pc:docMk/>
            <pc:sldMk cId="353104377" sldId="456"/>
            <ac:spMk id="40" creationId="{27148AF9-A897-7A78-BEDD-FD972AEB07A9}"/>
          </ac:spMkLst>
        </pc:spChg>
        <pc:spChg chg="mod">
          <ac:chgData name="Jamila Abdul-Hadi" userId="7dc5ed719b2f96f1" providerId="LiveId" clId="{DFFEC349-448E-4066-8B3E-11C2C439887C}" dt="2026-05-06T14:59:24.707" v="1837" actId="1036"/>
          <ac:spMkLst>
            <pc:docMk/>
            <pc:sldMk cId="353104377" sldId="456"/>
            <ac:spMk id="42" creationId="{A0315E0D-A37D-C89B-1B05-2B1610361B7B}"/>
          </ac:spMkLst>
        </pc:spChg>
        <pc:spChg chg="mod">
          <ac:chgData name="Jamila Abdul-Hadi" userId="7dc5ed719b2f96f1" providerId="LiveId" clId="{DFFEC349-448E-4066-8B3E-11C2C439887C}" dt="2026-05-06T14:43:13.069" v="1635" actId="20577"/>
          <ac:spMkLst>
            <pc:docMk/>
            <pc:sldMk cId="353104377" sldId="456"/>
            <ac:spMk id="43" creationId="{B4330360-E2FC-3555-C545-CEB62927BA3C}"/>
          </ac:spMkLst>
        </pc:spChg>
        <pc:spChg chg="mod topLvl">
          <ac:chgData name="Jamila Abdul-Hadi" userId="7dc5ed719b2f96f1" providerId="LiveId" clId="{DFFEC349-448E-4066-8B3E-11C2C439887C}" dt="2026-05-06T14:42:43.215" v="1632" actId="20577"/>
          <ac:spMkLst>
            <pc:docMk/>
            <pc:sldMk cId="353104377" sldId="456"/>
            <ac:spMk id="46" creationId="{D63A90BA-B4E8-6660-64FB-DFE691EAFA7E}"/>
          </ac:spMkLst>
        </pc:spChg>
        <pc:spChg chg="mod">
          <ac:chgData name="Jamila Abdul-Hadi" userId="7dc5ed719b2f96f1" providerId="LiveId" clId="{DFFEC349-448E-4066-8B3E-11C2C439887C}" dt="2026-05-06T14:44:41.056" v="1641"/>
          <ac:spMkLst>
            <pc:docMk/>
            <pc:sldMk cId="353104377" sldId="456"/>
            <ac:spMk id="51" creationId="{0B713010-E433-9B7A-A075-B653ED70E9E3}"/>
          </ac:spMkLst>
        </pc:spChg>
        <pc:spChg chg="mod">
          <ac:chgData name="Jamila Abdul-Hadi" userId="7dc5ed719b2f96f1" providerId="LiveId" clId="{DFFEC349-448E-4066-8B3E-11C2C439887C}" dt="2026-05-06T14:45:05.786" v="1644" actId="20577"/>
          <ac:spMkLst>
            <pc:docMk/>
            <pc:sldMk cId="353104377" sldId="456"/>
            <ac:spMk id="52" creationId="{463FB2B6-83E4-536E-B5A6-0CC01DEEB92B}"/>
          </ac:spMkLst>
        </pc:spChg>
        <pc:spChg chg="add del mod topLvl">
          <ac:chgData name="Jamila Abdul-Hadi" userId="7dc5ed719b2f96f1" providerId="LiveId" clId="{DFFEC349-448E-4066-8B3E-11C2C439887C}" dt="2026-05-06T14:59:16.663" v="1824" actId="1035"/>
          <ac:spMkLst>
            <pc:docMk/>
            <pc:sldMk cId="353104377" sldId="456"/>
            <ac:spMk id="60" creationId="{2BCE7D7B-12B4-2533-70C8-A7FE9ED12723}"/>
          </ac:spMkLst>
        </pc:spChg>
        <pc:spChg chg="mod topLvl">
          <ac:chgData name="Jamila Abdul-Hadi" userId="7dc5ed719b2f96f1" providerId="LiveId" clId="{DFFEC349-448E-4066-8B3E-11C2C439887C}" dt="2026-05-06T14:57:19.805" v="1811" actId="255"/>
          <ac:spMkLst>
            <pc:docMk/>
            <pc:sldMk cId="353104377" sldId="456"/>
            <ac:spMk id="61" creationId="{71D3CCAB-8BA9-8800-AAD1-122A0594E2EA}"/>
          </ac:spMkLst>
        </pc:spChg>
        <pc:spChg chg="mod">
          <ac:chgData name="Jamila Abdul-Hadi" userId="7dc5ed719b2f96f1" providerId="LiveId" clId="{DFFEC349-448E-4066-8B3E-11C2C439887C}" dt="2026-05-06T14:46:37.840" v="1650"/>
          <ac:spMkLst>
            <pc:docMk/>
            <pc:sldMk cId="353104377" sldId="456"/>
            <ac:spMk id="63" creationId="{3D1F3A5B-B23A-DD6D-68C7-AF96864D9802}"/>
          </ac:spMkLst>
        </pc:spChg>
        <pc:spChg chg="mod">
          <ac:chgData name="Jamila Abdul-Hadi" userId="7dc5ed719b2f96f1" providerId="LiveId" clId="{DFFEC349-448E-4066-8B3E-11C2C439887C}" dt="2026-05-06T14:56:27.687" v="1807" actId="255"/>
          <ac:spMkLst>
            <pc:docMk/>
            <pc:sldMk cId="353104377" sldId="456"/>
            <ac:spMk id="64" creationId="{803AAB23-077F-A94C-5B58-2750AC0F6693}"/>
          </ac:spMkLst>
        </pc:spChg>
        <pc:grpChg chg="add mod">
          <ac:chgData name="Jamila Abdul-Hadi" userId="7dc5ed719b2f96f1" providerId="LiveId" clId="{DFFEC349-448E-4066-8B3E-11C2C439887C}" dt="2026-05-06T14:45:55.035" v="1646" actId="14100"/>
          <ac:grpSpMkLst>
            <pc:docMk/>
            <pc:sldMk cId="353104377" sldId="456"/>
            <ac:grpSpMk id="17" creationId="{F0259D46-551B-E85E-8C0A-4CCD14232EB6}"/>
          </ac:grpSpMkLst>
        </pc:grpChg>
        <pc:grpChg chg="add mod">
          <ac:chgData name="Jamila Abdul-Hadi" userId="7dc5ed719b2f96f1" providerId="LiveId" clId="{DFFEC349-448E-4066-8B3E-11C2C439887C}" dt="2026-05-06T14:45:29.317" v="1645" actId="14100"/>
          <ac:grpSpMkLst>
            <pc:docMk/>
            <pc:sldMk cId="353104377" sldId="456"/>
            <ac:grpSpMk id="23" creationId="{050551A3-C294-4ACA-6302-EE8B8A55B04C}"/>
          </ac:grpSpMkLst>
        </pc:grpChg>
        <pc:grpChg chg="add mod">
          <ac:chgData name="Jamila Abdul-Hadi" userId="7dc5ed719b2f96f1" providerId="LiveId" clId="{DFFEC349-448E-4066-8B3E-11C2C439887C}" dt="2026-05-06T14:47:46.223" v="1660" actId="14100"/>
          <ac:grpSpMkLst>
            <pc:docMk/>
            <pc:sldMk cId="353104377" sldId="456"/>
            <ac:grpSpMk id="41" creationId="{37F285EF-0DE4-3B4D-3D59-902FEA9544C7}"/>
          </ac:grpSpMkLst>
        </pc:grpChg>
        <pc:grpChg chg="add mod">
          <ac:chgData name="Jamila Abdul-Hadi" userId="7dc5ed719b2f96f1" providerId="LiveId" clId="{DFFEC349-448E-4066-8B3E-11C2C439887C}" dt="2026-05-06T14:48:11.039" v="1661" actId="14100"/>
          <ac:grpSpMkLst>
            <pc:docMk/>
            <pc:sldMk cId="353104377" sldId="456"/>
            <ac:grpSpMk id="50" creationId="{D6883AF4-0CFC-A37B-28C6-EE88C3E126AC}"/>
          </ac:grpSpMkLst>
        </pc:grpChg>
        <pc:grpChg chg="add del mod">
          <ac:chgData name="Jamila Abdul-Hadi" userId="7dc5ed719b2f96f1" providerId="LiveId" clId="{DFFEC349-448E-4066-8B3E-11C2C439887C}" dt="2026-05-06T14:49:27.348" v="1663" actId="478"/>
          <ac:grpSpMkLst>
            <pc:docMk/>
            <pc:sldMk cId="353104377" sldId="456"/>
            <ac:grpSpMk id="59" creationId="{BF2A107D-3D46-4CA0-23D5-4EF3764E2018}"/>
          </ac:grpSpMkLst>
        </pc:grpChg>
        <pc:grpChg chg="add mod">
          <ac:chgData name="Jamila Abdul-Hadi" userId="7dc5ed719b2f96f1" providerId="LiveId" clId="{DFFEC349-448E-4066-8B3E-11C2C439887C}" dt="2026-05-06T14:46:48.266" v="1651" actId="1076"/>
          <ac:grpSpMkLst>
            <pc:docMk/>
            <pc:sldMk cId="353104377" sldId="456"/>
            <ac:grpSpMk id="62" creationId="{5E7D8C2A-BFEE-EB2D-2862-23B078B2C4A7}"/>
          </ac:grpSpMkLst>
        </pc:grpChg>
        <pc:graphicFrameChg chg="add modGraphic">
          <ac:chgData name="Jamila Abdul-Hadi" userId="7dc5ed719b2f96f1" providerId="LiveId" clId="{DFFEC349-448E-4066-8B3E-11C2C439887C}" dt="2026-05-06T14:24:35.045" v="1159" actId="1032"/>
          <ac:graphicFrameMkLst>
            <pc:docMk/>
            <pc:sldMk cId="353104377" sldId="456"/>
            <ac:graphicFrameMk id="14" creationId="{BFDDFE75-A652-49BD-F185-8B582344D6FA}"/>
          </ac:graphicFrameMkLst>
        </pc:graphicFrameChg>
        <pc:picChg chg="add del mod">
          <ac:chgData name="Jamila Abdul-Hadi" userId="7dc5ed719b2f96f1" providerId="LiveId" clId="{DFFEC349-448E-4066-8B3E-11C2C439887C}" dt="2026-05-06T14:44:33.310" v="1640" actId="1076"/>
          <ac:picMkLst>
            <pc:docMk/>
            <pc:sldMk cId="353104377" sldId="456"/>
            <ac:picMk id="6" creationId="{F812D493-43BA-77E3-CB20-F27B4B0CA8E3}"/>
          </ac:picMkLst>
        </pc:picChg>
        <pc:picChg chg="add mod">
          <ac:chgData name="Jamila Abdul-Hadi" userId="7dc5ed719b2f96f1" providerId="LiveId" clId="{DFFEC349-448E-4066-8B3E-11C2C439887C}" dt="2026-05-06T14:22:41.914" v="1155" actId="1076"/>
          <ac:picMkLst>
            <pc:docMk/>
            <pc:sldMk cId="353104377" sldId="456"/>
            <ac:picMk id="13" creationId="{91B9ECEA-DE2D-7BB8-8E8A-E7112E52BF51}"/>
          </ac:picMkLst>
        </pc:picChg>
      </pc:sldChg>
      <pc:sldChg chg="addSp modSp mod">
        <pc:chgData name="Jamila Abdul-Hadi" userId="7dc5ed719b2f96f1" providerId="LiveId" clId="{DFFEC349-448E-4066-8B3E-11C2C439887C}" dt="2026-05-06T18:44:43.626" v="2880" actId="1076"/>
        <pc:sldMkLst>
          <pc:docMk/>
          <pc:sldMk cId="2725024567" sldId="457"/>
        </pc:sldMkLst>
        <pc:spChg chg="mod">
          <ac:chgData name="Jamila Abdul-Hadi" userId="7dc5ed719b2f96f1" providerId="LiveId" clId="{DFFEC349-448E-4066-8B3E-11C2C439887C}" dt="2026-05-06T18:44:36.024" v="2879" actId="255"/>
          <ac:spMkLst>
            <pc:docMk/>
            <pc:sldMk cId="2725024567" sldId="457"/>
            <ac:spMk id="3" creationId="{382AAE27-C4B7-0564-3ED2-BEDDE5F6C75D}"/>
          </ac:spMkLst>
        </pc:spChg>
        <pc:picChg chg="mod">
          <ac:chgData name="Jamila Abdul-Hadi" userId="7dc5ed719b2f96f1" providerId="LiveId" clId="{DFFEC349-448E-4066-8B3E-11C2C439887C}" dt="2026-05-06T18:43:46.211" v="2877" actId="1037"/>
          <ac:picMkLst>
            <pc:docMk/>
            <pc:sldMk cId="2725024567" sldId="457"/>
            <ac:picMk id="6" creationId="{7B8AD2B4-E1B2-54DA-4F90-FE86883039CC}"/>
          </ac:picMkLst>
        </pc:picChg>
        <pc:picChg chg="mod">
          <ac:chgData name="Jamila Abdul-Hadi" userId="7dc5ed719b2f96f1" providerId="LiveId" clId="{DFFEC349-448E-4066-8B3E-11C2C439887C}" dt="2026-05-06T18:44:43.626" v="2880" actId="1076"/>
          <ac:picMkLst>
            <pc:docMk/>
            <pc:sldMk cId="2725024567" sldId="457"/>
            <ac:picMk id="10" creationId="{7BDA5219-B391-49D4-8B69-20996CF4AA2D}"/>
          </ac:picMkLst>
        </pc:picChg>
      </pc:sldChg>
      <pc:sldChg chg="addSp delSp modSp mod">
        <pc:chgData name="Jamila Abdul-Hadi" userId="7dc5ed719b2f96f1" providerId="LiveId" clId="{DFFEC349-448E-4066-8B3E-11C2C439887C}" dt="2026-05-08T09:39:00.690" v="3884" actId="14100"/>
        <pc:sldMkLst>
          <pc:docMk/>
          <pc:sldMk cId="2414037778" sldId="459"/>
        </pc:sldMkLst>
        <pc:picChg chg="del">
          <ac:chgData name="Jamila Abdul-Hadi" userId="7dc5ed719b2f96f1" providerId="LiveId" clId="{DFFEC349-448E-4066-8B3E-11C2C439887C}" dt="2026-05-08T09:33:06.201" v="3779" actId="478"/>
          <ac:picMkLst>
            <pc:docMk/>
            <pc:sldMk cId="2414037778" sldId="459"/>
            <ac:picMk id="10" creationId="{43EAAA2D-054D-F7EB-21EB-EC2CB5569362}"/>
          </ac:picMkLst>
        </pc:picChg>
        <pc:picChg chg="add mod">
          <ac:chgData name="Jamila Abdul-Hadi" userId="7dc5ed719b2f96f1" providerId="LiveId" clId="{DFFEC349-448E-4066-8B3E-11C2C439887C}" dt="2026-05-08T09:39:00.690" v="3884" actId="14100"/>
          <ac:picMkLst>
            <pc:docMk/>
            <pc:sldMk cId="2414037778" sldId="459"/>
            <ac:picMk id="13" creationId="{E7CBFD86-3BAA-03CB-7A39-D7BFF281384A}"/>
          </ac:picMkLst>
        </pc:picChg>
      </pc:sldChg>
      <pc:sldChg chg="addSp delSp modSp mod">
        <pc:chgData name="Jamila Abdul-Hadi" userId="7dc5ed719b2f96f1" providerId="LiveId" clId="{DFFEC349-448E-4066-8B3E-11C2C439887C}" dt="2026-05-08T09:45:49.453" v="4040" actId="14100"/>
        <pc:sldMkLst>
          <pc:docMk/>
          <pc:sldMk cId="3203453893" sldId="460"/>
        </pc:sldMkLst>
        <pc:spChg chg="mod">
          <ac:chgData name="Jamila Abdul-Hadi" userId="7dc5ed719b2f96f1" providerId="LiveId" clId="{DFFEC349-448E-4066-8B3E-11C2C439887C}" dt="2026-05-08T09:39:51.614" v="3998" actId="5793"/>
          <ac:spMkLst>
            <pc:docMk/>
            <pc:sldMk cId="3203453893" sldId="460"/>
            <ac:spMk id="3" creationId="{3FEAA4E8-15C5-49FA-3071-53D2097402D9}"/>
          </ac:spMkLst>
        </pc:spChg>
        <pc:spChg chg="mod">
          <ac:chgData name="Jamila Abdul-Hadi" userId="7dc5ed719b2f96f1" providerId="LiveId" clId="{DFFEC349-448E-4066-8B3E-11C2C439887C}" dt="2026-05-08T09:45:49.453" v="4040" actId="14100"/>
          <ac:spMkLst>
            <pc:docMk/>
            <pc:sldMk cId="3203453893" sldId="460"/>
            <ac:spMk id="10" creationId="{00000000-0000-0000-0000-000000000000}"/>
          </ac:spMkLst>
        </pc:spChg>
        <pc:spChg chg="del mod">
          <ac:chgData name="Jamila Abdul-Hadi" userId="7dc5ed719b2f96f1" providerId="LiveId" clId="{DFFEC349-448E-4066-8B3E-11C2C439887C}" dt="2026-05-08T09:41:37.529" v="4035" actId="478"/>
          <ac:spMkLst>
            <pc:docMk/>
            <pc:sldMk cId="3203453893" sldId="460"/>
            <ac:spMk id="11" creationId="{00000000-0000-0000-0000-000000000000}"/>
          </ac:spMkLst>
        </pc:spChg>
        <pc:picChg chg="mod">
          <ac:chgData name="Jamila Abdul-Hadi" userId="7dc5ed719b2f96f1" providerId="LiveId" clId="{DFFEC349-448E-4066-8B3E-11C2C439887C}" dt="2026-05-08T09:45:06.390" v="4037" actId="1035"/>
          <ac:picMkLst>
            <pc:docMk/>
            <pc:sldMk cId="3203453893" sldId="460"/>
            <ac:picMk id="6" creationId="{30EF9389-7E22-BA79-0868-E5801DFF2F18}"/>
          </ac:picMkLst>
        </pc:picChg>
        <pc:picChg chg="add mod">
          <ac:chgData name="Jamila Abdul-Hadi" userId="7dc5ed719b2f96f1" providerId="LiveId" clId="{DFFEC349-448E-4066-8B3E-11C2C439887C}" dt="2026-05-08T09:41:12.408" v="4017" actId="14100"/>
          <ac:picMkLst>
            <pc:docMk/>
            <pc:sldMk cId="3203453893" sldId="460"/>
            <ac:picMk id="12" creationId="{84392B22-3921-D06A-9ABB-1B940FCE00BF}"/>
          </ac:picMkLst>
        </pc:picChg>
        <pc:picChg chg="del">
          <ac:chgData name="Jamila Abdul-Hadi" userId="7dc5ed719b2f96f1" providerId="LiveId" clId="{DFFEC349-448E-4066-8B3E-11C2C439887C}" dt="2026-05-08T09:40:43.741" v="3999" actId="478"/>
          <ac:picMkLst>
            <pc:docMk/>
            <pc:sldMk cId="3203453893" sldId="460"/>
            <ac:picMk id="15" creationId="{6159CA33-ADDA-2FF3-ED92-F3864B7A4C75}"/>
          </ac:picMkLst>
        </pc:picChg>
        <pc:picChg chg="del">
          <ac:chgData name="Jamila Abdul-Hadi" userId="7dc5ed719b2f96f1" providerId="LiveId" clId="{DFFEC349-448E-4066-8B3E-11C2C439887C}" dt="2026-05-08T09:39:21.212" v="3885" actId="478"/>
          <ac:picMkLst>
            <pc:docMk/>
            <pc:sldMk cId="3203453893" sldId="460"/>
            <ac:picMk id="16" creationId="{7BFEE93F-7D80-EA72-D165-E49ECED2392B}"/>
          </ac:picMkLst>
        </pc:picChg>
      </pc:sldChg>
      <pc:sldChg chg="addSp delSp modSp mod">
        <pc:chgData name="Jamila Abdul-Hadi" userId="7dc5ed719b2f96f1" providerId="LiveId" clId="{DFFEC349-448E-4066-8B3E-11C2C439887C}" dt="2026-05-08T09:56:34.945" v="4065" actId="14100"/>
        <pc:sldMkLst>
          <pc:docMk/>
          <pc:sldMk cId="2030901105" sldId="461"/>
        </pc:sldMkLst>
        <pc:picChg chg="add mod">
          <ac:chgData name="Jamila Abdul-Hadi" userId="7dc5ed719b2f96f1" providerId="LiveId" clId="{DFFEC349-448E-4066-8B3E-11C2C439887C}" dt="2026-05-08T09:56:34.945" v="4065" actId="14100"/>
          <ac:picMkLst>
            <pc:docMk/>
            <pc:sldMk cId="2030901105" sldId="461"/>
            <ac:picMk id="7" creationId="{19D5B4A6-D7D2-F6DF-F808-0C2020BA75F6}"/>
          </ac:picMkLst>
        </pc:picChg>
        <pc:picChg chg="del">
          <ac:chgData name="Jamila Abdul-Hadi" userId="7dc5ed719b2f96f1" providerId="LiveId" clId="{DFFEC349-448E-4066-8B3E-11C2C439887C}" dt="2026-05-08T09:55:56.926" v="4061" actId="478"/>
          <ac:picMkLst>
            <pc:docMk/>
            <pc:sldMk cId="2030901105" sldId="461"/>
            <ac:picMk id="13" creationId="{43628BE2-618A-847B-7471-2F3975630529}"/>
          </ac:picMkLst>
        </pc:picChg>
      </pc:sldChg>
      <pc:sldChg chg="addSp modSp mod">
        <pc:chgData name="Jamila Abdul-Hadi" userId="7dc5ed719b2f96f1" providerId="LiveId" clId="{DFFEC349-448E-4066-8B3E-11C2C439887C}" dt="2026-05-08T10:17:20.936" v="4072" actId="20577"/>
        <pc:sldMkLst>
          <pc:docMk/>
          <pc:sldMk cId="1180733851" sldId="462"/>
        </pc:sldMkLst>
        <pc:spChg chg="mod">
          <ac:chgData name="Jamila Abdul-Hadi" userId="7dc5ed719b2f96f1" providerId="LiveId" clId="{DFFEC349-448E-4066-8B3E-11C2C439887C}" dt="2026-05-08T10:17:20.936" v="4072" actId="20577"/>
          <ac:spMkLst>
            <pc:docMk/>
            <pc:sldMk cId="1180733851" sldId="462"/>
            <ac:spMk id="3" creationId="{15932C53-635D-4FB8-F7FB-7354B75C4AA3}"/>
          </ac:spMkLst>
        </pc:spChg>
        <pc:spChg chg="add">
          <ac:chgData name="Jamila Abdul-Hadi" userId="7dc5ed719b2f96f1" providerId="LiveId" clId="{DFFEC349-448E-4066-8B3E-11C2C439887C}" dt="2026-05-08T10:16:38.112" v="4066"/>
          <ac:spMkLst>
            <pc:docMk/>
            <pc:sldMk cId="1180733851" sldId="462"/>
            <ac:spMk id="10" creationId="{C92F8E2E-ED45-3921-A269-294E35BFE88E}"/>
          </ac:spMkLst>
        </pc:spChg>
        <pc:spChg chg="add">
          <ac:chgData name="Jamila Abdul-Hadi" userId="7dc5ed719b2f96f1" providerId="LiveId" clId="{DFFEC349-448E-4066-8B3E-11C2C439887C}" dt="2026-05-08T10:16:48.339" v="4068"/>
          <ac:spMkLst>
            <pc:docMk/>
            <pc:sldMk cId="1180733851" sldId="462"/>
            <ac:spMk id="11" creationId="{1590FAB6-7FD4-0899-CA78-566B9C668DA7}"/>
          </ac:spMkLst>
        </pc:spChg>
      </pc:sldChg>
      <pc:sldChg chg="del">
        <pc:chgData name="Jamila Abdul-Hadi" userId="7dc5ed719b2f96f1" providerId="LiveId" clId="{DFFEC349-448E-4066-8B3E-11C2C439887C}" dt="2026-05-08T10:54:45.928" v="4233" actId="47"/>
        <pc:sldMkLst>
          <pc:docMk/>
          <pc:sldMk cId="3823738648" sldId="468"/>
        </pc:sldMkLst>
      </pc:sldChg>
      <pc:sldChg chg="modSp mod">
        <pc:chgData name="Jamila Abdul-Hadi" userId="7dc5ed719b2f96f1" providerId="LiveId" clId="{DFFEC349-448E-4066-8B3E-11C2C439887C}" dt="2026-05-04T13:34:30.874" v="302" actId="1036"/>
        <pc:sldMkLst>
          <pc:docMk/>
          <pc:sldMk cId="1232725559" sldId="469"/>
        </pc:sldMkLst>
        <pc:spChg chg="mod">
          <ac:chgData name="Jamila Abdul-Hadi" userId="7dc5ed719b2f96f1" providerId="LiveId" clId="{DFFEC349-448E-4066-8B3E-11C2C439887C}" dt="2026-05-04T13:25:41.751" v="161" actId="20577"/>
          <ac:spMkLst>
            <pc:docMk/>
            <pc:sldMk cId="1232725559" sldId="469"/>
            <ac:spMk id="7" creationId="{0158B03E-2FA5-49AE-8167-43B55F3AC698}"/>
          </ac:spMkLst>
        </pc:spChg>
        <pc:spChg chg="mod">
          <ac:chgData name="Jamila Abdul-Hadi" userId="7dc5ed719b2f96f1" providerId="LiveId" clId="{DFFEC349-448E-4066-8B3E-11C2C439887C}" dt="2026-05-04T13:34:25.019" v="300" actId="20577"/>
          <ac:spMkLst>
            <pc:docMk/>
            <pc:sldMk cId="1232725559" sldId="469"/>
            <ac:spMk id="10" creationId="{6D1EFA20-54C8-403F-A43D-F7BBF114D74C}"/>
          </ac:spMkLst>
        </pc:spChg>
        <pc:picChg chg="mod">
          <ac:chgData name="Jamila Abdul-Hadi" userId="7dc5ed719b2f96f1" providerId="LiveId" clId="{DFFEC349-448E-4066-8B3E-11C2C439887C}" dt="2026-05-04T13:34:30.874" v="302" actId="1036"/>
          <ac:picMkLst>
            <pc:docMk/>
            <pc:sldMk cId="1232725559" sldId="469"/>
            <ac:picMk id="9" creationId="{7D401E8F-E957-458C-AA91-ABE3C5227AD8}"/>
          </ac:picMkLst>
        </pc:picChg>
      </pc:sldChg>
      <pc:sldChg chg="modSp mod">
        <pc:chgData name="Jamila Abdul-Hadi" userId="7dc5ed719b2f96f1" providerId="LiveId" clId="{DFFEC349-448E-4066-8B3E-11C2C439887C}" dt="2026-05-06T13:15:46.520" v="603"/>
        <pc:sldMkLst>
          <pc:docMk/>
          <pc:sldMk cId="3979208757" sldId="472"/>
        </pc:sldMkLst>
        <pc:spChg chg="mod">
          <ac:chgData name="Jamila Abdul-Hadi" userId="7dc5ed719b2f96f1" providerId="LiveId" clId="{DFFEC349-448E-4066-8B3E-11C2C439887C}" dt="2026-05-06T13:15:46.520" v="603"/>
          <ac:spMkLst>
            <pc:docMk/>
            <pc:sldMk cId="3979208757" sldId="472"/>
            <ac:spMk id="22" creationId="{00000000-0000-0000-0000-000000000000}"/>
          </ac:spMkLst>
        </pc:spChg>
        <pc:spChg chg="mod">
          <ac:chgData name="Jamila Abdul-Hadi" userId="7dc5ed719b2f96f1" providerId="LiveId" clId="{DFFEC349-448E-4066-8B3E-11C2C439887C}" dt="2026-05-06T13:11:18.043" v="601" actId="20577"/>
          <ac:spMkLst>
            <pc:docMk/>
            <pc:sldMk cId="3979208757" sldId="472"/>
            <ac:spMk id="24" creationId="{00000000-0000-0000-0000-000000000000}"/>
          </ac:spMkLst>
        </pc:spChg>
      </pc:sldChg>
      <pc:sldChg chg="addSp delSp modSp add mod">
        <pc:chgData name="Jamila Abdul-Hadi" userId="7dc5ed719b2f96f1" providerId="LiveId" clId="{DFFEC349-448E-4066-8B3E-11C2C439887C}" dt="2026-05-06T15:05:47.137" v="1892" actId="207"/>
        <pc:sldMkLst>
          <pc:docMk/>
          <pc:sldMk cId="755229149" sldId="473"/>
        </pc:sldMkLst>
        <pc:spChg chg="add mod">
          <ac:chgData name="Jamila Abdul-Hadi" userId="7dc5ed719b2f96f1" providerId="LiveId" clId="{DFFEC349-448E-4066-8B3E-11C2C439887C}" dt="2026-05-06T12:27:07.846" v="494" actId="13822"/>
          <ac:spMkLst>
            <pc:docMk/>
            <pc:sldMk cId="755229149" sldId="473"/>
            <ac:spMk id="20" creationId="{9905FF9F-1A64-CE35-1480-28768868D495}"/>
          </ac:spMkLst>
        </pc:spChg>
        <pc:spChg chg="mod">
          <ac:chgData name="Jamila Abdul-Hadi" userId="7dc5ed719b2f96f1" providerId="LiveId" clId="{DFFEC349-448E-4066-8B3E-11C2C439887C}" dt="2026-05-06T11:50:56.745" v="345" actId="20577"/>
          <ac:spMkLst>
            <pc:docMk/>
            <pc:sldMk cId="755229149" sldId="473"/>
            <ac:spMk id="21" creationId="{5F44683E-80AD-57C5-E9E1-5B1C23509C15}"/>
          </ac:spMkLst>
        </pc:spChg>
        <pc:spChg chg="mod">
          <ac:chgData name="Jamila Abdul-Hadi" userId="7dc5ed719b2f96f1" providerId="LiveId" clId="{DFFEC349-448E-4066-8B3E-11C2C439887C}" dt="2026-05-06T15:05:47.137" v="1892" actId="207"/>
          <ac:spMkLst>
            <pc:docMk/>
            <pc:sldMk cId="755229149" sldId="473"/>
            <ac:spMk id="34" creationId="{E1F1E202-9382-D2BD-BCBE-F4B0CC812590}"/>
          </ac:spMkLst>
        </pc:spChg>
        <pc:spChg chg="add mod">
          <ac:chgData name="Jamila Abdul-Hadi" userId="7dc5ed719b2f96f1" providerId="LiveId" clId="{DFFEC349-448E-4066-8B3E-11C2C439887C}" dt="2026-05-06T12:16:35.439" v="448" actId="13822"/>
          <ac:spMkLst>
            <pc:docMk/>
            <pc:sldMk cId="755229149" sldId="473"/>
            <ac:spMk id="37" creationId="{948ABB7F-881F-5861-635C-DA9F442FDCE6}"/>
          </ac:spMkLst>
        </pc:spChg>
        <pc:spChg chg="add mod">
          <ac:chgData name="Jamila Abdul-Hadi" userId="7dc5ed719b2f96f1" providerId="LiveId" clId="{DFFEC349-448E-4066-8B3E-11C2C439887C}" dt="2026-05-06T12:28:12.287" v="498" actId="20577"/>
          <ac:spMkLst>
            <pc:docMk/>
            <pc:sldMk cId="755229149" sldId="473"/>
            <ac:spMk id="38" creationId="{C1E8FB57-468D-3A35-B5F2-95C999B627A5}"/>
          </ac:spMkLst>
        </pc:spChg>
        <pc:spChg chg="add mod">
          <ac:chgData name="Jamila Abdul-Hadi" userId="7dc5ed719b2f96f1" providerId="LiveId" clId="{DFFEC349-448E-4066-8B3E-11C2C439887C}" dt="2026-05-06T12:01:59.334" v="368" actId="14100"/>
          <ac:spMkLst>
            <pc:docMk/>
            <pc:sldMk cId="755229149" sldId="473"/>
            <ac:spMk id="39" creationId="{2EF0A0AD-2C01-C98D-99A6-02055C91B817}"/>
          </ac:spMkLst>
        </pc:spChg>
        <pc:spChg chg="add mod">
          <ac:chgData name="Jamila Abdul-Hadi" userId="7dc5ed719b2f96f1" providerId="LiveId" clId="{DFFEC349-448E-4066-8B3E-11C2C439887C}" dt="2026-05-06T12:01:38.858" v="366" actId="255"/>
          <ac:spMkLst>
            <pc:docMk/>
            <pc:sldMk cId="755229149" sldId="473"/>
            <ac:spMk id="40" creationId="{C4F65F26-DAE4-F919-877D-42B0BAB17548}"/>
          </ac:spMkLst>
        </pc:spChg>
        <pc:spChg chg="add mod">
          <ac:chgData name="Jamila Abdul-Hadi" userId="7dc5ed719b2f96f1" providerId="LiveId" clId="{DFFEC349-448E-4066-8B3E-11C2C439887C}" dt="2026-05-06T12:13:46.743" v="438" actId="13822"/>
          <ac:spMkLst>
            <pc:docMk/>
            <pc:sldMk cId="755229149" sldId="473"/>
            <ac:spMk id="41" creationId="{E5C53F16-EC51-9DA3-3746-43CAE87B7C0C}"/>
          </ac:spMkLst>
        </pc:spChg>
        <pc:spChg chg="add mod">
          <ac:chgData name="Jamila Abdul-Hadi" userId="7dc5ed719b2f96f1" providerId="LiveId" clId="{DFFEC349-448E-4066-8B3E-11C2C439887C}" dt="2026-05-06T12:25:38.918" v="491" actId="13822"/>
          <ac:spMkLst>
            <pc:docMk/>
            <pc:sldMk cId="755229149" sldId="473"/>
            <ac:spMk id="42" creationId="{358A0EDB-A84C-482B-97DA-23E7AD60B987}"/>
          </ac:spMkLst>
        </pc:spChg>
        <pc:spChg chg="add mod">
          <ac:chgData name="Jamila Abdul-Hadi" userId="7dc5ed719b2f96f1" providerId="LiveId" clId="{DFFEC349-448E-4066-8B3E-11C2C439887C}" dt="2026-05-06T12:08:14.611" v="404" actId="13822"/>
          <ac:spMkLst>
            <pc:docMk/>
            <pc:sldMk cId="755229149" sldId="473"/>
            <ac:spMk id="43" creationId="{07858076-B4CD-7810-14B8-0DB02C823BB1}"/>
          </ac:spMkLst>
        </pc:spChg>
        <pc:spChg chg="add mod">
          <ac:chgData name="Jamila Abdul-Hadi" userId="7dc5ed719b2f96f1" providerId="LiveId" clId="{DFFEC349-448E-4066-8B3E-11C2C439887C}" dt="2026-05-06T12:25:17.761" v="489" actId="13822"/>
          <ac:spMkLst>
            <pc:docMk/>
            <pc:sldMk cId="755229149" sldId="473"/>
            <ac:spMk id="44" creationId="{66C9B420-78D5-E296-FA4A-0188E79295BA}"/>
          </ac:spMkLst>
        </pc:spChg>
        <pc:spChg chg="add del mod">
          <ac:chgData name="Jamila Abdul-Hadi" userId="7dc5ed719b2f96f1" providerId="LiveId" clId="{DFFEC349-448E-4066-8B3E-11C2C439887C}" dt="2026-05-06T12:10:12.261" v="425" actId="20577"/>
          <ac:spMkLst>
            <pc:docMk/>
            <pc:sldMk cId="755229149" sldId="473"/>
            <ac:spMk id="46" creationId="{46F47A08-1542-272A-2692-245C1123D5C2}"/>
          </ac:spMkLst>
        </pc:spChg>
        <pc:spChg chg="add del mod">
          <ac:chgData name="Jamila Abdul-Hadi" userId="7dc5ed719b2f96f1" providerId="LiveId" clId="{DFFEC349-448E-4066-8B3E-11C2C439887C}" dt="2026-05-06T12:13:56.950" v="439" actId="13822"/>
          <ac:spMkLst>
            <pc:docMk/>
            <pc:sldMk cId="755229149" sldId="473"/>
            <ac:spMk id="47" creationId="{1902DED7-65CB-D214-4FE5-D9D76BCC6AAB}"/>
          </ac:spMkLst>
        </pc:spChg>
        <pc:spChg chg="add mod">
          <ac:chgData name="Jamila Abdul-Hadi" userId="7dc5ed719b2f96f1" providerId="LiveId" clId="{DFFEC349-448E-4066-8B3E-11C2C439887C}" dt="2026-05-06T12:16:42.658" v="449" actId="13822"/>
          <ac:spMkLst>
            <pc:docMk/>
            <pc:sldMk cId="755229149" sldId="473"/>
            <ac:spMk id="48" creationId="{EDEFC402-0662-18FD-8F2D-59043681A3A3}"/>
          </ac:spMkLst>
        </pc:spChg>
        <pc:spChg chg="add mod">
          <ac:chgData name="Jamila Abdul-Hadi" userId="7dc5ed719b2f96f1" providerId="LiveId" clId="{DFFEC349-448E-4066-8B3E-11C2C439887C}" dt="2026-05-06T12:25:23.666" v="490" actId="13822"/>
          <ac:spMkLst>
            <pc:docMk/>
            <pc:sldMk cId="755229149" sldId="473"/>
            <ac:spMk id="49" creationId="{3DFAE369-0A58-D0A9-0478-EDD00D22F266}"/>
          </ac:spMkLst>
        </pc:spChg>
        <pc:spChg chg="add del mod">
          <ac:chgData name="Jamila Abdul-Hadi" userId="7dc5ed719b2f96f1" providerId="LiveId" clId="{DFFEC349-448E-4066-8B3E-11C2C439887C}" dt="2026-05-06T12:25:49.304" v="492" actId="13822"/>
          <ac:spMkLst>
            <pc:docMk/>
            <pc:sldMk cId="755229149" sldId="473"/>
            <ac:spMk id="50" creationId="{EA423F65-F4FE-EA2F-1D69-2197524F412E}"/>
          </ac:spMkLst>
        </pc:spChg>
        <pc:spChg chg="add mod">
          <ac:chgData name="Jamila Abdul-Hadi" userId="7dc5ed719b2f96f1" providerId="LiveId" clId="{DFFEC349-448E-4066-8B3E-11C2C439887C}" dt="2026-05-06T12:27:15.569" v="495" actId="13822"/>
          <ac:spMkLst>
            <pc:docMk/>
            <pc:sldMk cId="755229149" sldId="473"/>
            <ac:spMk id="51" creationId="{F9966C7C-E9DB-AB01-BEC8-9CA08A9CA513}"/>
          </ac:spMkLst>
        </pc:spChg>
        <pc:spChg chg="add mod">
          <ac:chgData name="Jamila Abdul-Hadi" userId="7dc5ed719b2f96f1" providerId="LiveId" clId="{DFFEC349-448E-4066-8B3E-11C2C439887C}" dt="2026-05-06T12:28:02.411" v="497" actId="17032"/>
          <ac:spMkLst>
            <pc:docMk/>
            <pc:sldMk cId="755229149" sldId="473"/>
            <ac:spMk id="52" creationId="{D179CE79-A1E1-9DFB-C1FF-6AE3423A824E}"/>
          </ac:spMkLst>
        </pc:spChg>
        <pc:picChg chg="mod">
          <ac:chgData name="Jamila Abdul-Hadi" userId="7dc5ed719b2f96f1" providerId="LiveId" clId="{DFFEC349-448E-4066-8B3E-11C2C439887C}" dt="2026-05-06T12:04:18.737" v="389" actId="1076"/>
          <ac:picMkLst>
            <pc:docMk/>
            <pc:sldMk cId="755229149" sldId="473"/>
            <ac:picMk id="6" creationId="{1C0D7E89-6A8C-6264-EE79-6B05C2917C85}"/>
          </ac:picMkLst>
        </pc:picChg>
        <pc:picChg chg="add mod">
          <ac:chgData name="Jamila Abdul-Hadi" userId="7dc5ed719b2f96f1" providerId="LiveId" clId="{DFFEC349-448E-4066-8B3E-11C2C439887C}" dt="2026-05-06T12:32:15.803" v="504" actId="1076"/>
          <ac:picMkLst>
            <pc:docMk/>
            <pc:sldMk cId="755229149" sldId="473"/>
            <ac:picMk id="55" creationId="{8A5DAD0F-DDC6-E499-99C4-7449A430226E}"/>
          </ac:picMkLst>
        </pc:picChg>
        <pc:picChg chg="add mod">
          <ac:chgData name="Jamila Abdul-Hadi" userId="7dc5ed719b2f96f1" providerId="LiveId" clId="{DFFEC349-448E-4066-8B3E-11C2C439887C}" dt="2026-05-06T12:34:14.828" v="510" actId="14100"/>
          <ac:picMkLst>
            <pc:docMk/>
            <pc:sldMk cId="755229149" sldId="473"/>
            <ac:picMk id="57" creationId="{98DC8784-DF5C-7137-DE20-1996909C8F93}"/>
          </ac:picMkLst>
        </pc:picChg>
      </pc:sldChg>
      <pc:sldChg chg="addSp delSp modSp add mod modAnim">
        <pc:chgData name="Jamila Abdul-Hadi" userId="7dc5ed719b2f96f1" providerId="LiveId" clId="{DFFEC349-448E-4066-8B3E-11C2C439887C}" dt="2026-05-06T18:27:43.389" v="2707" actId="12"/>
        <pc:sldMkLst>
          <pc:docMk/>
          <pc:sldMk cId="2273941466" sldId="474"/>
        </pc:sldMkLst>
        <pc:spChg chg="mod">
          <ac:chgData name="Jamila Abdul-Hadi" userId="7dc5ed719b2f96f1" providerId="LiveId" clId="{DFFEC349-448E-4066-8B3E-11C2C439887C}" dt="2026-05-06T18:11:39.212" v="2370" actId="6549"/>
          <ac:spMkLst>
            <pc:docMk/>
            <pc:sldMk cId="2273941466" sldId="474"/>
            <ac:spMk id="3" creationId="{2B86FC64-A765-5BE2-A8C1-902A9576CA68}"/>
          </ac:spMkLst>
        </pc:spChg>
        <pc:spChg chg="mod">
          <ac:chgData name="Jamila Abdul-Hadi" userId="7dc5ed719b2f96f1" providerId="LiveId" clId="{DFFEC349-448E-4066-8B3E-11C2C439887C}" dt="2026-05-06T15:03:04.198" v="1838" actId="21"/>
          <ac:spMkLst>
            <pc:docMk/>
            <pc:sldMk cId="2273941466" sldId="474"/>
            <ac:spMk id="8" creationId="{D5AE43C3-72DF-A1BA-D3D4-BAD542984F29}"/>
          </ac:spMkLst>
        </pc:spChg>
        <pc:spChg chg="add mod">
          <ac:chgData name="Jamila Abdul-Hadi" userId="7dc5ed719b2f96f1" providerId="LiveId" clId="{DFFEC349-448E-4066-8B3E-11C2C439887C}" dt="2026-05-06T15:07:31.136" v="1894" actId="207"/>
          <ac:spMkLst>
            <pc:docMk/>
            <pc:sldMk cId="2273941466" sldId="474"/>
            <ac:spMk id="11" creationId="{FF717EC7-9FC0-3621-FC8D-D3242813E2A7}"/>
          </ac:spMkLst>
        </pc:spChg>
        <pc:spChg chg="add mod">
          <ac:chgData name="Jamila Abdul-Hadi" userId="7dc5ed719b2f96f1" providerId="LiveId" clId="{DFFEC349-448E-4066-8B3E-11C2C439887C}" dt="2026-05-06T15:18:55.287" v="1920" actId="255"/>
          <ac:spMkLst>
            <pc:docMk/>
            <pc:sldMk cId="2273941466" sldId="474"/>
            <ac:spMk id="12" creationId="{17192A11-DF02-FABE-0C25-72603DD7C821}"/>
          </ac:spMkLst>
        </pc:spChg>
        <pc:spChg chg="add mod">
          <ac:chgData name="Jamila Abdul-Hadi" userId="7dc5ed719b2f96f1" providerId="LiveId" clId="{DFFEC349-448E-4066-8B3E-11C2C439887C}" dt="2026-05-06T15:18:08.564" v="1917" actId="14100"/>
          <ac:spMkLst>
            <pc:docMk/>
            <pc:sldMk cId="2273941466" sldId="474"/>
            <ac:spMk id="13" creationId="{BDEE4ABF-349E-35F6-A897-AB3FEBD5BD57}"/>
          </ac:spMkLst>
        </pc:spChg>
        <pc:spChg chg="add mod">
          <ac:chgData name="Jamila Abdul-Hadi" userId="7dc5ed719b2f96f1" providerId="LiveId" clId="{DFFEC349-448E-4066-8B3E-11C2C439887C}" dt="2026-05-06T18:21:11.508" v="2657" actId="113"/>
          <ac:spMkLst>
            <pc:docMk/>
            <pc:sldMk cId="2273941466" sldId="474"/>
            <ac:spMk id="32" creationId="{51499980-B3AB-9333-0858-2C6F76C566C5}"/>
          </ac:spMkLst>
        </pc:spChg>
        <pc:spChg chg="add mod">
          <ac:chgData name="Jamila Abdul-Hadi" userId="7dc5ed719b2f96f1" providerId="LiveId" clId="{DFFEC349-448E-4066-8B3E-11C2C439887C}" dt="2026-05-06T18:22:00.616" v="2663" actId="113"/>
          <ac:spMkLst>
            <pc:docMk/>
            <pc:sldMk cId="2273941466" sldId="474"/>
            <ac:spMk id="33" creationId="{00A6B9B7-578F-2299-EB1E-35530F6EEE32}"/>
          </ac:spMkLst>
        </pc:spChg>
        <pc:spChg chg="add mod">
          <ac:chgData name="Jamila Abdul-Hadi" userId="7dc5ed719b2f96f1" providerId="LiveId" clId="{DFFEC349-448E-4066-8B3E-11C2C439887C}" dt="2026-05-06T18:21:42.166" v="2660" actId="113"/>
          <ac:spMkLst>
            <pc:docMk/>
            <pc:sldMk cId="2273941466" sldId="474"/>
            <ac:spMk id="34" creationId="{36C10950-89F7-89D2-4385-A7E6AFB13EA8}"/>
          </ac:spMkLst>
        </pc:spChg>
        <pc:spChg chg="add mod">
          <ac:chgData name="Jamila Abdul-Hadi" userId="7dc5ed719b2f96f1" providerId="LiveId" clId="{DFFEC349-448E-4066-8B3E-11C2C439887C}" dt="2026-05-06T18:25:51.646" v="2701" actId="255"/>
          <ac:spMkLst>
            <pc:docMk/>
            <pc:sldMk cId="2273941466" sldId="474"/>
            <ac:spMk id="35" creationId="{E330B710-7B58-E890-E486-E6172E5255C7}"/>
          </ac:spMkLst>
        </pc:spChg>
        <pc:spChg chg="add mod">
          <ac:chgData name="Jamila Abdul-Hadi" userId="7dc5ed719b2f96f1" providerId="LiveId" clId="{DFFEC349-448E-4066-8B3E-11C2C439887C}" dt="2026-05-06T18:27:24.292" v="2705" actId="12"/>
          <ac:spMkLst>
            <pc:docMk/>
            <pc:sldMk cId="2273941466" sldId="474"/>
            <ac:spMk id="36" creationId="{4B8B8B05-3533-D915-7197-9F21793AD2DF}"/>
          </ac:spMkLst>
        </pc:spChg>
        <pc:spChg chg="add mod">
          <ac:chgData name="Jamila Abdul-Hadi" userId="7dc5ed719b2f96f1" providerId="LiveId" clId="{DFFEC349-448E-4066-8B3E-11C2C439887C}" dt="2026-05-06T18:27:43.389" v="2707" actId="12"/>
          <ac:spMkLst>
            <pc:docMk/>
            <pc:sldMk cId="2273941466" sldId="474"/>
            <ac:spMk id="37" creationId="{01CE978D-BAB9-5C17-19BC-4103DF82B749}"/>
          </ac:spMkLst>
        </pc:spChg>
        <pc:picChg chg="mod">
          <ac:chgData name="Jamila Abdul-Hadi" userId="7dc5ed719b2f96f1" providerId="LiveId" clId="{DFFEC349-448E-4066-8B3E-11C2C439887C}" dt="2026-05-06T15:09:51.705" v="1899" actId="1076"/>
          <ac:picMkLst>
            <pc:docMk/>
            <pc:sldMk cId="2273941466" sldId="474"/>
            <ac:picMk id="6" creationId="{8A1C381A-7A06-0BAF-3786-A52072C34F16}"/>
          </ac:picMkLst>
        </pc:picChg>
        <pc:picChg chg="mod">
          <ac:chgData name="Jamila Abdul-Hadi" userId="7dc5ed719b2f96f1" providerId="LiveId" clId="{DFFEC349-448E-4066-8B3E-11C2C439887C}" dt="2026-05-06T15:10:30.764" v="1905" actId="1076"/>
          <ac:picMkLst>
            <pc:docMk/>
            <pc:sldMk cId="2273941466" sldId="474"/>
            <ac:picMk id="10" creationId="{0FC919CC-E524-8572-A8E4-D1BBF1C7543B}"/>
          </ac:picMkLst>
        </pc:picChg>
      </pc:sldChg>
      <pc:sldChg chg="addSp delSp modSp add mod">
        <pc:chgData name="Jamila Abdul-Hadi" userId="7dc5ed719b2f96f1" providerId="LiveId" clId="{DFFEC349-448E-4066-8B3E-11C2C439887C}" dt="2026-05-06T19:18:50.266" v="3392" actId="478"/>
        <pc:sldMkLst>
          <pc:docMk/>
          <pc:sldMk cId="2434565809" sldId="482"/>
        </pc:sldMkLst>
        <pc:spChg chg="mod">
          <ac:chgData name="Jamila Abdul-Hadi" userId="7dc5ed719b2f96f1" providerId="LiveId" clId="{DFFEC349-448E-4066-8B3E-11C2C439887C}" dt="2026-05-06T18:57:29.374" v="2974" actId="20577"/>
          <ac:spMkLst>
            <pc:docMk/>
            <pc:sldMk cId="2434565809" sldId="482"/>
            <ac:spMk id="8" creationId="{2969D41E-BF73-A6BC-C404-AAEB1DE4D674}"/>
          </ac:spMkLst>
        </pc:spChg>
        <pc:spChg chg="add mod">
          <ac:chgData name="Jamila Abdul-Hadi" userId="7dc5ed719b2f96f1" providerId="LiveId" clId="{DFFEC349-448E-4066-8B3E-11C2C439887C}" dt="2026-05-06T19:12:11.441" v="2994"/>
          <ac:spMkLst>
            <pc:docMk/>
            <pc:sldMk cId="2434565809" sldId="482"/>
            <ac:spMk id="21" creationId="{2AD2C00A-117C-F916-F469-50AF954C545D}"/>
          </ac:spMkLst>
        </pc:spChg>
        <pc:spChg chg="add mod">
          <ac:chgData name="Jamila Abdul-Hadi" userId="7dc5ed719b2f96f1" providerId="LiveId" clId="{DFFEC349-448E-4066-8B3E-11C2C439887C}" dt="2026-05-06T19:12:36.511" v="3073"/>
          <ac:spMkLst>
            <pc:docMk/>
            <pc:sldMk cId="2434565809" sldId="482"/>
            <ac:spMk id="22" creationId="{2490C408-02F1-851B-6AAD-EE32C237AE58}"/>
          </ac:spMkLst>
        </pc:spChg>
        <pc:spChg chg="add mod">
          <ac:chgData name="Jamila Abdul-Hadi" userId="7dc5ed719b2f96f1" providerId="LiveId" clId="{DFFEC349-448E-4066-8B3E-11C2C439887C}" dt="2026-05-06T19:14:04.253" v="3076"/>
          <ac:spMkLst>
            <pc:docMk/>
            <pc:sldMk cId="2434565809" sldId="482"/>
            <ac:spMk id="24" creationId="{1A40DB85-DFB8-B0EF-9F30-98E81F3DDC34}"/>
          </ac:spMkLst>
        </pc:spChg>
        <pc:spChg chg="add mod">
          <ac:chgData name="Jamila Abdul-Hadi" userId="7dc5ed719b2f96f1" providerId="LiveId" clId="{DFFEC349-448E-4066-8B3E-11C2C439887C}" dt="2026-05-06T19:14:45.103" v="3162"/>
          <ac:spMkLst>
            <pc:docMk/>
            <pc:sldMk cId="2434565809" sldId="482"/>
            <ac:spMk id="25" creationId="{A86E5C99-9394-3B69-A606-6AF975FB4534}"/>
          </ac:spMkLst>
        </pc:spChg>
        <pc:spChg chg="add mod">
          <ac:chgData name="Jamila Abdul-Hadi" userId="7dc5ed719b2f96f1" providerId="LiveId" clId="{DFFEC349-448E-4066-8B3E-11C2C439887C}" dt="2026-05-06T19:17:04.029" v="3165"/>
          <ac:spMkLst>
            <pc:docMk/>
            <pc:sldMk cId="2434565809" sldId="482"/>
            <ac:spMk id="29" creationId="{F320A43F-3185-624A-21B0-A9EEB2EC130F}"/>
          </ac:spMkLst>
        </pc:spChg>
        <pc:spChg chg="add mod">
          <ac:chgData name="Jamila Abdul-Hadi" userId="7dc5ed719b2f96f1" providerId="LiveId" clId="{DFFEC349-448E-4066-8B3E-11C2C439887C}" dt="2026-05-06T19:18:36.501" v="3390"/>
          <ac:spMkLst>
            <pc:docMk/>
            <pc:sldMk cId="2434565809" sldId="482"/>
            <ac:spMk id="30" creationId="{DFABA0AC-E12D-E0FE-D0CD-ADFC2F061255}"/>
          </ac:spMkLst>
        </pc:spChg>
        <pc:grpChg chg="add mod">
          <ac:chgData name="Jamila Abdul-Hadi" userId="7dc5ed719b2f96f1" providerId="LiveId" clId="{DFFEC349-448E-4066-8B3E-11C2C439887C}" dt="2026-05-06T19:12:24.384" v="3072" actId="1038"/>
          <ac:grpSpMkLst>
            <pc:docMk/>
            <pc:sldMk cId="2434565809" sldId="482"/>
            <ac:grpSpMk id="20" creationId="{AB9C7122-5151-A86D-ECD3-220986E56BD2}"/>
          </ac:grpSpMkLst>
        </pc:grpChg>
        <pc:grpChg chg="add mod">
          <ac:chgData name="Jamila Abdul-Hadi" userId="7dc5ed719b2f96f1" providerId="LiveId" clId="{DFFEC349-448E-4066-8B3E-11C2C439887C}" dt="2026-05-06T19:14:24.392" v="3161" actId="1037"/>
          <ac:grpSpMkLst>
            <pc:docMk/>
            <pc:sldMk cId="2434565809" sldId="482"/>
            <ac:grpSpMk id="23" creationId="{38997A9D-BF63-5479-7DCE-F4F6372860B6}"/>
          </ac:grpSpMkLst>
        </pc:grpChg>
        <pc:grpChg chg="add mod">
          <ac:chgData name="Jamila Abdul-Hadi" userId="7dc5ed719b2f96f1" providerId="LiveId" clId="{DFFEC349-448E-4066-8B3E-11C2C439887C}" dt="2026-05-06T19:18:27.650" v="3389" actId="1035"/>
          <ac:grpSpMkLst>
            <pc:docMk/>
            <pc:sldMk cId="2434565809" sldId="482"/>
            <ac:grpSpMk id="28" creationId="{42316EA2-5FF0-5E1A-644E-716714B3CA14}"/>
          </ac:grpSpMkLst>
        </pc:grpChg>
        <pc:graphicFrameChg chg="add modGraphic">
          <ac:chgData name="Jamila Abdul-Hadi" userId="7dc5ed719b2f96f1" providerId="LiveId" clId="{DFFEC349-448E-4066-8B3E-11C2C439887C}" dt="2026-05-06T19:10:52.073" v="2986" actId="1032"/>
          <ac:graphicFrameMkLst>
            <pc:docMk/>
            <pc:sldMk cId="2434565809" sldId="482"/>
            <ac:graphicFrameMk id="14" creationId="{0805AFD3-6D1A-F1B1-BC03-8C758A39854D}"/>
          </ac:graphicFrameMkLst>
        </pc:graphicFrameChg>
        <pc:picChg chg="add mod">
          <ac:chgData name="Jamila Abdul-Hadi" userId="7dc5ed719b2f96f1" providerId="LiveId" clId="{DFFEC349-448E-4066-8B3E-11C2C439887C}" dt="2026-05-06T19:08:53.798" v="2981" actId="1076"/>
          <ac:picMkLst>
            <pc:docMk/>
            <pc:sldMk cId="2434565809" sldId="482"/>
            <ac:picMk id="13" creationId="{3067E064-B29E-0BF8-4A84-7ECC7C92B571}"/>
          </ac:picMkLst>
        </pc:picChg>
      </pc:sldChg>
      <pc:sldChg chg="add">
        <pc:chgData name="Jamila Abdul-Hadi" userId="7dc5ed719b2f96f1" providerId="LiveId" clId="{DFFEC349-448E-4066-8B3E-11C2C439887C}" dt="2026-05-06T19:33:21.844" v="3394"/>
        <pc:sldMkLst>
          <pc:docMk/>
          <pc:sldMk cId="2281829912" sldId="483"/>
        </pc:sldMkLst>
      </pc:sldChg>
      <pc:sldChg chg="addSp delSp modSp add mod">
        <pc:chgData name="Jamila Abdul-Hadi" userId="7dc5ed719b2f96f1" providerId="LiveId" clId="{DFFEC349-448E-4066-8B3E-11C2C439887C}" dt="2026-05-08T09:50:15.864" v="4052" actId="1076"/>
        <pc:sldMkLst>
          <pc:docMk/>
          <pc:sldMk cId="2865819527" sldId="484"/>
        </pc:sldMkLst>
        <pc:spChg chg="mod">
          <ac:chgData name="Jamila Abdul-Hadi" userId="7dc5ed719b2f96f1" providerId="LiveId" clId="{DFFEC349-448E-4066-8B3E-11C2C439887C}" dt="2026-05-08T09:50:15.864" v="4052" actId="1076"/>
          <ac:spMkLst>
            <pc:docMk/>
            <pc:sldMk cId="2865819527" sldId="484"/>
            <ac:spMk id="10" creationId="{3D8DC265-8CDE-61F0-5461-AA3E3BAD89F5}"/>
          </ac:spMkLst>
        </pc:spChg>
        <pc:picChg chg="add mod">
          <ac:chgData name="Jamila Abdul-Hadi" userId="7dc5ed719b2f96f1" providerId="LiveId" clId="{DFFEC349-448E-4066-8B3E-11C2C439887C}" dt="2026-05-08T09:48:18.857" v="4049" actId="14100"/>
          <ac:picMkLst>
            <pc:docMk/>
            <pc:sldMk cId="2865819527" sldId="484"/>
            <ac:picMk id="11" creationId="{CF1993D9-8BE9-D49B-C3E1-481C9EFC0333}"/>
          </ac:picMkLst>
        </pc:picChg>
        <pc:picChg chg="del">
          <ac:chgData name="Jamila Abdul-Hadi" userId="7dc5ed719b2f96f1" providerId="LiveId" clId="{DFFEC349-448E-4066-8B3E-11C2C439887C}" dt="2026-05-08T09:47:54.444" v="4045" actId="478"/>
          <ac:picMkLst>
            <pc:docMk/>
            <pc:sldMk cId="2865819527" sldId="484"/>
            <ac:picMk id="12" creationId="{7A2A8675-F43F-B37B-582E-DF6A10F89C9A}"/>
          </ac:picMkLst>
        </pc:picChg>
      </pc:sldChg>
      <pc:sldChg chg="addSp delSp modSp add mod">
        <pc:chgData name="Jamila Abdul-Hadi" userId="7dc5ed719b2f96f1" providerId="LiveId" clId="{DFFEC349-448E-4066-8B3E-11C2C439887C}" dt="2026-05-08T09:54:09.377" v="4059"/>
        <pc:sldMkLst>
          <pc:docMk/>
          <pc:sldMk cId="2047460221" sldId="485"/>
        </pc:sldMkLst>
        <pc:spChg chg="mod">
          <ac:chgData name="Jamila Abdul-Hadi" userId="7dc5ed719b2f96f1" providerId="LiveId" clId="{DFFEC349-448E-4066-8B3E-11C2C439887C}" dt="2026-05-08T09:54:09.377" v="4059"/>
          <ac:spMkLst>
            <pc:docMk/>
            <pc:sldMk cId="2047460221" sldId="485"/>
            <ac:spMk id="10" creationId="{C48ACE57-7A3E-749C-B99F-080B76EFEEA0}"/>
          </ac:spMkLst>
        </pc:spChg>
        <pc:picChg chg="add mod">
          <ac:chgData name="Jamila Abdul-Hadi" userId="7dc5ed719b2f96f1" providerId="LiveId" clId="{DFFEC349-448E-4066-8B3E-11C2C439887C}" dt="2026-05-08T09:52:45.533" v="4058" actId="14100"/>
          <ac:picMkLst>
            <pc:docMk/>
            <pc:sldMk cId="2047460221" sldId="485"/>
            <ac:picMk id="11" creationId="{EE230E77-2173-FC16-6AB5-18ED392C3621}"/>
          </ac:picMkLst>
        </pc:picChg>
        <pc:picChg chg="del">
          <ac:chgData name="Jamila Abdul-Hadi" userId="7dc5ed719b2f96f1" providerId="LiveId" clId="{DFFEC349-448E-4066-8B3E-11C2C439887C}" dt="2026-05-08T09:52:26.221" v="4053" actId="478"/>
          <ac:picMkLst>
            <pc:docMk/>
            <pc:sldMk cId="2047460221" sldId="485"/>
            <ac:picMk id="12" creationId="{C2903A62-8C47-BCD8-74E7-3CE104C7C162}"/>
          </ac:picMkLst>
        </pc:picChg>
      </pc:sldChg>
      <pc:sldChg chg="addSp delSp modSp add mod">
        <pc:chgData name="Jamila Abdul-Hadi" userId="7dc5ed719b2f96f1" providerId="LiveId" clId="{DFFEC349-448E-4066-8B3E-11C2C439887C}" dt="2026-05-08T10:40:31.228" v="4132" actId="1036"/>
        <pc:sldMkLst>
          <pc:docMk/>
          <pc:sldMk cId="3529914912" sldId="486"/>
        </pc:sldMkLst>
        <pc:spChg chg="del">
          <ac:chgData name="Jamila Abdul-Hadi" userId="7dc5ed719b2f96f1" providerId="LiveId" clId="{DFFEC349-448E-4066-8B3E-11C2C439887C}" dt="2026-05-08T10:40:12.787" v="4079" actId="478"/>
          <ac:spMkLst>
            <pc:docMk/>
            <pc:sldMk cId="3529914912" sldId="486"/>
            <ac:spMk id="10" creationId="{DF345722-5A4E-54D6-9EDF-C1E1DD6E9D26}"/>
          </ac:spMkLst>
        </pc:spChg>
        <pc:picChg chg="del">
          <ac:chgData name="Jamila Abdul-Hadi" userId="7dc5ed719b2f96f1" providerId="LiveId" clId="{DFFEC349-448E-4066-8B3E-11C2C439887C}" dt="2026-05-08T10:40:03.233" v="4077" actId="478"/>
          <ac:picMkLst>
            <pc:docMk/>
            <pc:sldMk cId="3529914912" sldId="486"/>
            <ac:picMk id="11" creationId="{239CB490-CA0B-C555-B977-47C307B12363}"/>
          </ac:picMkLst>
        </pc:picChg>
        <pc:picChg chg="add mod">
          <ac:chgData name="Jamila Abdul-Hadi" userId="7dc5ed719b2f96f1" providerId="LiveId" clId="{DFFEC349-448E-4066-8B3E-11C2C439887C}" dt="2026-05-08T10:40:31.228" v="4132" actId="1036"/>
          <ac:picMkLst>
            <pc:docMk/>
            <pc:sldMk cId="3529914912" sldId="486"/>
            <ac:picMk id="13" creationId="{3FD19F92-14B5-A3FC-F849-FD77F8B32FCD}"/>
          </ac:picMkLst>
        </pc:picChg>
      </pc:sldChg>
      <pc:sldChg chg="add del">
        <pc:chgData name="Jamila Abdul-Hadi" userId="7dc5ed719b2f96f1" providerId="LiveId" clId="{DFFEC349-448E-4066-8B3E-11C2C439887C}" dt="2026-05-08T10:26:06.645" v="4073" actId="47"/>
        <pc:sldMkLst>
          <pc:docMk/>
          <pc:sldMk cId="3626910097" sldId="486"/>
        </pc:sldMkLst>
      </pc:sldChg>
      <pc:sldChg chg="addSp delSp modSp add mod">
        <pc:chgData name="Jamila Abdul-Hadi" userId="7dc5ed719b2f96f1" providerId="LiveId" clId="{DFFEC349-448E-4066-8B3E-11C2C439887C}" dt="2026-05-08T10:42:39.243" v="4174" actId="14100"/>
        <pc:sldMkLst>
          <pc:docMk/>
          <pc:sldMk cId="2769442782" sldId="487"/>
        </pc:sldMkLst>
        <pc:spChg chg="del">
          <ac:chgData name="Jamila Abdul-Hadi" userId="7dc5ed719b2f96f1" providerId="LiveId" clId="{DFFEC349-448E-4066-8B3E-11C2C439887C}" dt="2026-05-08T10:41:58.713" v="4136" actId="478"/>
          <ac:spMkLst>
            <pc:docMk/>
            <pc:sldMk cId="2769442782" sldId="487"/>
            <ac:spMk id="10" creationId="{30339F05-9B1C-32CC-7332-4519A6319630}"/>
          </ac:spMkLst>
        </pc:spChg>
        <pc:picChg chg="del">
          <ac:chgData name="Jamila Abdul-Hadi" userId="7dc5ed719b2f96f1" providerId="LiveId" clId="{DFFEC349-448E-4066-8B3E-11C2C439887C}" dt="2026-05-08T10:41:50.223" v="4134" actId="478"/>
          <ac:picMkLst>
            <pc:docMk/>
            <pc:sldMk cId="2769442782" sldId="487"/>
            <ac:picMk id="11" creationId="{334EE68E-EA89-A537-2FC1-A90062004057}"/>
          </ac:picMkLst>
        </pc:picChg>
        <pc:picChg chg="add mod">
          <ac:chgData name="Jamila Abdul-Hadi" userId="7dc5ed719b2f96f1" providerId="LiveId" clId="{DFFEC349-448E-4066-8B3E-11C2C439887C}" dt="2026-05-08T10:42:39.243" v="4174" actId="14100"/>
          <ac:picMkLst>
            <pc:docMk/>
            <pc:sldMk cId="2769442782" sldId="487"/>
            <ac:picMk id="13" creationId="{89736CF8-A199-3C7D-9A87-CAD075055EF6}"/>
          </ac:picMkLst>
        </pc:picChg>
      </pc:sldChg>
      <pc:sldChg chg="addSp delSp modSp add mod">
        <pc:chgData name="Jamila Abdul-Hadi" userId="7dc5ed719b2f96f1" providerId="LiveId" clId="{DFFEC349-448E-4066-8B3E-11C2C439887C}" dt="2026-05-08T10:52:12.949" v="4232" actId="14100"/>
        <pc:sldMkLst>
          <pc:docMk/>
          <pc:sldMk cId="371051023" sldId="488"/>
        </pc:sldMkLst>
        <pc:spChg chg="del">
          <ac:chgData name="Jamila Abdul-Hadi" userId="7dc5ed719b2f96f1" providerId="LiveId" clId="{DFFEC349-448E-4066-8B3E-11C2C439887C}" dt="2026-05-08T10:51:07.826" v="4231" actId="478"/>
          <ac:spMkLst>
            <pc:docMk/>
            <pc:sldMk cId="371051023" sldId="488"/>
            <ac:spMk id="10" creationId="{9F03BC18-B7B7-2FAC-B163-3A00764C149D}"/>
          </ac:spMkLst>
        </pc:spChg>
        <pc:picChg chg="del">
          <ac:chgData name="Jamila Abdul-Hadi" userId="7dc5ed719b2f96f1" providerId="LiveId" clId="{DFFEC349-448E-4066-8B3E-11C2C439887C}" dt="2026-05-08T10:49:41.248" v="4175" actId="478"/>
          <ac:picMkLst>
            <pc:docMk/>
            <pc:sldMk cId="371051023" sldId="488"/>
            <ac:picMk id="11" creationId="{A34583CA-58D2-5A61-954B-FD44C9B6DEDC}"/>
          </ac:picMkLst>
        </pc:picChg>
        <pc:picChg chg="add mod">
          <ac:chgData name="Jamila Abdul-Hadi" userId="7dc5ed719b2f96f1" providerId="LiveId" clId="{DFFEC349-448E-4066-8B3E-11C2C439887C}" dt="2026-05-08T10:52:12.949" v="4232" actId="14100"/>
          <ac:picMkLst>
            <pc:docMk/>
            <pc:sldMk cId="371051023" sldId="488"/>
            <ac:picMk id="13" creationId="{5B5E41EA-903F-ED72-7186-2C03B4E5CD8C}"/>
          </ac:picMkLst>
        </pc:picChg>
      </pc:sldChg>
      <pc:sldChg chg="addSp delSp modSp add mod">
        <pc:chgData name="Jamila Abdul-Hadi" userId="7dc5ed719b2f96f1" providerId="LiveId" clId="{DFFEC349-448E-4066-8B3E-11C2C439887C}" dt="2026-05-08T11:04:11.404" v="4238"/>
        <pc:sldMkLst>
          <pc:docMk/>
          <pc:sldMk cId="2524358198" sldId="489"/>
        </pc:sldMkLst>
        <pc:spChg chg="mod">
          <ac:chgData name="Jamila Abdul-Hadi" userId="7dc5ed719b2f96f1" providerId="LiveId" clId="{DFFEC349-448E-4066-8B3E-11C2C439887C}" dt="2026-05-08T11:04:11.404" v="4238"/>
          <ac:spMkLst>
            <pc:docMk/>
            <pc:sldMk cId="2524358198" sldId="489"/>
            <ac:spMk id="8" creationId="{BEBB3C00-BA78-40CD-200A-83C6E3FACC93}"/>
          </ac:spMkLst>
        </pc:spChg>
        <pc:picChg chg="add mod">
          <ac:chgData name="Jamila Abdul-Hadi" userId="7dc5ed719b2f96f1" providerId="LiveId" clId="{DFFEC349-448E-4066-8B3E-11C2C439887C}" dt="2026-05-08T11:03:11.875" v="4237" actId="14100"/>
          <ac:picMkLst>
            <pc:docMk/>
            <pc:sldMk cId="2524358198" sldId="489"/>
            <ac:picMk id="10" creationId="{080D1AB4-C56C-E6C5-5FBF-6406FF0A63C8}"/>
          </ac:picMkLst>
        </pc:picChg>
        <pc:picChg chg="del">
          <ac:chgData name="Jamila Abdul-Hadi" userId="7dc5ed719b2f96f1" providerId="LiveId" clId="{DFFEC349-448E-4066-8B3E-11C2C439887C}" dt="2026-05-08T11:02:59.089" v="4235" actId="478"/>
          <ac:picMkLst>
            <pc:docMk/>
            <pc:sldMk cId="2524358198" sldId="489"/>
            <ac:picMk id="11" creationId="{B1919000-A555-BFE4-B81A-CCA95AA622BF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083650A-A08E-4C7A-A715-EBAA5A17F659}" type="doc">
      <dgm:prSet loTypeId="urn:microsoft.com/office/officeart/2005/8/layout/hList2" loCatId="list" qsTypeId="urn:microsoft.com/office/officeart/2005/8/quickstyle/simple1" qsCatId="simple" csTypeId="urn:microsoft.com/office/officeart/2005/8/colors/accent1_2" csCatId="accent1" phldr="0"/>
      <dgm:spPr/>
      <dgm:t>
        <a:bodyPr/>
        <a:lstStyle/>
        <a:p>
          <a:endParaRPr lang="en-US"/>
        </a:p>
      </dgm:t>
    </dgm:pt>
    <dgm:pt modelId="{948018D2-1FA8-4AC2-90E6-EEA90F861598}">
      <dgm:prSet phldrT="[Text]" phldr="1"/>
      <dgm:spPr/>
      <dgm:t>
        <a:bodyPr/>
        <a:lstStyle/>
        <a:p>
          <a:endParaRPr lang="en-US"/>
        </a:p>
      </dgm:t>
    </dgm:pt>
    <dgm:pt modelId="{5BE56303-B6B4-4991-9042-D78436DCE8F3}" type="parTrans" cxnId="{DD5A596E-3612-49FD-9F73-39F6EE5E9636}">
      <dgm:prSet/>
      <dgm:spPr/>
      <dgm:t>
        <a:bodyPr/>
        <a:lstStyle/>
        <a:p>
          <a:endParaRPr lang="en-US"/>
        </a:p>
      </dgm:t>
    </dgm:pt>
    <dgm:pt modelId="{E952DC57-9566-47E2-A6B3-52CEB7DD9CBF}" type="sibTrans" cxnId="{DD5A596E-3612-49FD-9F73-39F6EE5E9636}">
      <dgm:prSet/>
      <dgm:spPr/>
      <dgm:t>
        <a:bodyPr/>
        <a:lstStyle/>
        <a:p>
          <a:endParaRPr lang="en-US"/>
        </a:p>
      </dgm:t>
    </dgm:pt>
    <dgm:pt modelId="{40767BE2-6927-40E6-B8D3-DA48E759AE55}">
      <dgm:prSet phldrT="[Text]" phldr="1"/>
      <dgm:spPr/>
      <dgm:t>
        <a:bodyPr/>
        <a:lstStyle/>
        <a:p>
          <a:endParaRPr lang="en-US"/>
        </a:p>
      </dgm:t>
    </dgm:pt>
    <dgm:pt modelId="{5E950A30-F458-44AE-9E9C-6EC484D108B0}" type="parTrans" cxnId="{54F41CFE-0357-457F-A457-8850447B56B0}">
      <dgm:prSet/>
      <dgm:spPr/>
      <dgm:t>
        <a:bodyPr/>
        <a:lstStyle/>
        <a:p>
          <a:endParaRPr lang="en-US"/>
        </a:p>
      </dgm:t>
    </dgm:pt>
    <dgm:pt modelId="{36924595-EE06-4E64-A8C3-001382518A10}" type="sibTrans" cxnId="{54F41CFE-0357-457F-A457-8850447B56B0}">
      <dgm:prSet/>
      <dgm:spPr/>
      <dgm:t>
        <a:bodyPr/>
        <a:lstStyle/>
        <a:p>
          <a:endParaRPr lang="en-US"/>
        </a:p>
      </dgm:t>
    </dgm:pt>
    <dgm:pt modelId="{D762D684-00A7-4A1A-83F4-D97F7006BA83}">
      <dgm:prSet phldrT="[Text]" phldr="1"/>
      <dgm:spPr/>
      <dgm:t>
        <a:bodyPr/>
        <a:lstStyle/>
        <a:p>
          <a:endParaRPr lang="en-US"/>
        </a:p>
      </dgm:t>
    </dgm:pt>
    <dgm:pt modelId="{3F3759BF-972A-40F1-BEE7-320E99498D39}" type="parTrans" cxnId="{A4FF92EA-9A17-4F02-A265-DE2A6C38DEB9}">
      <dgm:prSet/>
      <dgm:spPr/>
      <dgm:t>
        <a:bodyPr/>
        <a:lstStyle/>
        <a:p>
          <a:endParaRPr lang="en-US"/>
        </a:p>
      </dgm:t>
    </dgm:pt>
    <dgm:pt modelId="{77371713-DC09-4E85-89C6-B91B9299863C}" type="sibTrans" cxnId="{A4FF92EA-9A17-4F02-A265-DE2A6C38DEB9}">
      <dgm:prSet/>
      <dgm:spPr/>
      <dgm:t>
        <a:bodyPr/>
        <a:lstStyle/>
        <a:p>
          <a:endParaRPr lang="en-US"/>
        </a:p>
      </dgm:t>
    </dgm:pt>
    <dgm:pt modelId="{5EE12EB9-CE7C-4EBC-86EF-670EE2E4C4BF}">
      <dgm:prSet phldrT="[Text]" phldr="1"/>
      <dgm:spPr/>
      <dgm:t>
        <a:bodyPr/>
        <a:lstStyle/>
        <a:p>
          <a:endParaRPr lang="en-US"/>
        </a:p>
      </dgm:t>
    </dgm:pt>
    <dgm:pt modelId="{6AB88AB5-17D5-4798-B86B-6B1B116C3B29}" type="parTrans" cxnId="{7E9D6A2A-77F4-4895-A817-668B6BA4ECFD}">
      <dgm:prSet/>
      <dgm:spPr/>
      <dgm:t>
        <a:bodyPr/>
        <a:lstStyle/>
        <a:p>
          <a:endParaRPr lang="en-US"/>
        </a:p>
      </dgm:t>
    </dgm:pt>
    <dgm:pt modelId="{7311FE4F-6066-4429-B9C4-B80B621FD439}" type="sibTrans" cxnId="{7E9D6A2A-77F4-4895-A817-668B6BA4ECFD}">
      <dgm:prSet/>
      <dgm:spPr/>
      <dgm:t>
        <a:bodyPr/>
        <a:lstStyle/>
        <a:p>
          <a:endParaRPr lang="en-US"/>
        </a:p>
      </dgm:t>
    </dgm:pt>
    <dgm:pt modelId="{6EB6A168-D164-4354-A0B4-AA4379741CFC}">
      <dgm:prSet phldrT="[Text]" phldr="1"/>
      <dgm:spPr/>
      <dgm:t>
        <a:bodyPr/>
        <a:lstStyle/>
        <a:p>
          <a:endParaRPr lang="en-US"/>
        </a:p>
      </dgm:t>
    </dgm:pt>
    <dgm:pt modelId="{C44E785F-0FBB-403F-BEAA-E58E7F3105EB}" type="parTrans" cxnId="{300A3603-5FE6-4453-93B1-DE04CB6A2FD9}">
      <dgm:prSet/>
      <dgm:spPr/>
      <dgm:t>
        <a:bodyPr/>
        <a:lstStyle/>
        <a:p>
          <a:endParaRPr lang="en-US"/>
        </a:p>
      </dgm:t>
    </dgm:pt>
    <dgm:pt modelId="{1FA9EF83-C233-44F6-A210-14A5946A9720}" type="sibTrans" cxnId="{300A3603-5FE6-4453-93B1-DE04CB6A2FD9}">
      <dgm:prSet/>
      <dgm:spPr/>
      <dgm:t>
        <a:bodyPr/>
        <a:lstStyle/>
        <a:p>
          <a:endParaRPr lang="en-US"/>
        </a:p>
      </dgm:t>
    </dgm:pt>
    <dgm:pt modelId="{2326DA82-5FD3-46BC-850F-DD4868298519}">
      <dgm:prSet phldrT="[Text]" phldr="1"/>
      <dgm:spPr/>
      <dgm:t>
        <a:bodyPr/>
        <a:lstStyle/>
        <a:p>
          <a:endParaRPr lang="en-US"/>
        </a:p>
      </dgm:t>
    </dgm:pt>
    <dgm:pt modelId="{86869FCA-C062-4C36-BB0A-9E46F77EE303}" type="parTrans" cxnId="{280EA6C6-3E73-4E1C-A2A2-7EC04BE857BC}">
      <dgm:prSet/>
      <dgm:spPr/>
      <dgm:t>
        <a:bodyPr/>
        <a:lstStyle/>
        <a:p>
          <a:endParaRPr lang="en-US"/>
        </a:p>
      </dgm:t>
    </dgm:pt>
    <dgm:pt modelId="{E14D465B-9A0F-4AC2-ADA5-6F3B0F5A03D5}" type="sibTrans" cxnId="{280EA6C6-3E73-4E1C-A2A2-7EC04BE857BC}">
      <dgm:prSet/>
      <dgm:spPr/>
      <dgm:t>
        <a:bodyPr/>
        <a:lstStyle/>
        <a:p>
          <a:endParaRPr lang="en-US"/>
        </a:p>
      </dgm:t>
    </dgm:pt>
    <dgm:pt modelId="{700F8507-EECC-41DF-A4FE-4E307070B053}">
      <dgm:prSet phldrT="[Text]" phldr="1"/>
      <dgm:spPr/>
      <dgm:t>
        <a:bodyPr/>
        <a:lstStyle/>
        <a:p>
          <a:endParaRPr lang="en-US"/>
        </a:p>
      </dgm:t>
    </dgm:pt>
    <dgm:pt modelId="{0BDC0D2A-F021-46E8-AB4F-585E7130ECDF}" type="parTrans" cxnId="{9A8B3FD3-65BD-4E0B-890D-45934B615025}">
      <dgm:prSet/>
      <dgm:spPr/>
      <dgm:t>
        <a:bodyPr/>
        <a:lstStyle/>
        <a:p>
          <a:endParaRPr lang="en-US"/>
        </a:p>
      </dgm:t>
    </dgm:pt>
    <dgm:pt modelId="{5D8346C5-D863-4B6D-AB4F-1EBCAA5CE1ED}" type="sibTrans" cxnId="{9A8B3FD3-65BD-4E0B-890D-45934B615025}">
      <dgm:prSet/>
      <dgm:spPr/>
      <dgm:t>
        <a:bodyPr/>
        <a:lstStyle/>
        <a:p>
          <a:endParaRPr lang="en-US"/>
        </a:p>
      </dgm:t>
    </dgm:pt>
    <dgm:pt modelId="{56DF4E7F-7DEA-46AF-A520-E2F128B19CEA}">
      <dgm:prSet phldrT="[Text]" phldr="1"/>
      <dgm:spPr/>
      <dgm:t>
        <a:bodyPr/>
        <a:lstStyle/>
        <a:p>
          <a:endParaRPr lang="en-US"/>
        </a:p>
      </dgm:t>
    </dgm:pt>
    <dgm:pt modelId="{01C333BD-BFB9-40F0-B85B-194084C9C029}" type="parTrans" cxnId="{92D4F51A-9865-4F97-A874-37CE44656E4E}">
      <dgm:prSet/>
      <dgm:spPr/>
      <dgm:t>
        <a:bodyPr/>
        <a:lstStyle/>
        <a:p>
          <a:endParaRPr lang="en-US"/>
        </a:p>
      </dgm:t>
    </dgm:pt>
    <dgm:pt modelId="{FBFE3245-CC5C-4D8C-896A-670DC0363CAB}" type="sibTrans" cxnId="{92D4F51A-9865-4F97-A874-37CE44656E4E}">
      <dgm:prSet/>
      <dgm:spPr/>
      <dgm:t>
        <a:bodyPr/>
        <a:lstStyle/>
        <a:p>
          <a:endParaRPr lang="en-US"/>
        </a:p>
      </dgm:t>
    </dgm:pt>
    <dgm:pt modelId="{68F2B1D9-E9CA-4ECB-B54B-9E66E3E657E6}">
      <dgm:prSet phldrT="[Text]" phldr="1"/>
      <dgm:spPr/>
      <dgm:t>
        <a:bodyPr/>
        <a:lstStyle/>
        <a:p>
          <a:endParaRPr lang="en-US"/>
        </a:p>
      </dgm:t>
    </dgm:pt>
    <dgm:pt modelId="{C9ECD538-47BB-4BBA-A1C8-6D9CFE797A76}" type="parTrans" cxnId="{FF7E24FF-52AF-47F9-9FE5-01A1D39D0D4B}">
      <dgm:prSet/>
      <dgm:spPr/>
      <dgm:t>
        <a:bodyPr/>
        <a:lstStyle/>
        <a:p>
          <a:endParaRPr lang="en-US"/>
        </a:p>
      </dgm:t>
    </dgm:pt>
    <dgm:pt modelId="{6925FC6A-D8D3-48A7-8BDB-73958D8AB8F1}" type="sibTrans" cxnId="{FF7E24FF-52AF-47F9-9FE5-01A1D39D0D4B}">
      <dgm:prSet/>
      <dgm:spPr/>
      <dgm:t>
        <a:bodyPr/>
        <a:lstStyle/>
        <a:p>
          <a:endParaRPr lang="en-US"/>
        </a:p>
      </dgm:t>
    </dgm:pt>
    <dgm:pt modelId="{AF2DABC9-63E0-419B-B610-46ABB14C943A}" type="pres">
      <dgm:prSet presAssocID="{7083650A-A08E-4C7A-A715-EBAA5A17F659}" presName="linearFlow" presStyleCnt="0">
        <dgm:presLayoutVars>
          <dgm:dir/>
          <dgm:animLvl val="lvl"/>
          <dgm:resizeHandles/>
        </dgm:presLayoutVars>
      </dgm:prSet>
      <dgm:spPr/>
    </dgm:pt>
    <dgm:pt modelId="{13CB0266-A1B8-40B0-8BA7-065101B6B315}" type="pres">
      <dgm:prSet presAssocID="{948018D2-1FA8-4AC2-90E6-EEA90F861598}" presName="compositeNode" presStyleCnt="0">
        <dgm:presLayoutVars>
          <dgm:bulletEnabled val="1"/>
        </dgm:presLayoutVars>
      </dgm:prSet>
      <dgm:spPr/>
    </dgm:pt>
    <dgm:pt modelId="{6785A189-5D0E-4228-9503-B19C6B089B7B}" type="pres">
      <dgm:prSet presAssocID="{948018D2-1FA8-4AC2-90E6-EEA90F861598}" presName="image" presStyleLbl="fgImgPlace1" presStyleIdx="0" presStyleCnt="3"/>
      <dgm:spPr/>
    </dgm:pt>
    <dgm:pt modelId="{07BCBE4B-151D-4F13-B1A7-690EEA1681B7}" type="pres">
      <dgm:prSet presAssocID="{948018D2-1FA8-4AC2-90E6-EEA90F861598}" presName="childNode" presStyleLbl="node1" presStyleIdx="0" presStyleCnt="3">
        <dgm:presLayoutVars>
          <dgm:bulletEnabled val="1"/>
        </dgm:presLayoutVars>
      </dgm:prSet>
      <dgm:spPr/>
    </dgm:pt>
    <dgm:pt modelId="{E18D889D-B41F-420F-8994-5A356921F47F}" type="pres">
      <dgm:prSet presAssocID="{948018D2-1FA8-4AC2-90E6-EEA90F861598}" presName="parentNode" presStyleLbl="revTx" presStyleIdx="0" presStyleCnt="3">
        <dgm:presLayoutVars>
          <dgm:chMax val="0"/>
          <dgm:bulletEnabled val="1"/>
        </dgm:presLayoutVars>
      </dgm:prSet>
      <dgm:spPr/>
    </dgm:pt>
    <dgm:pt modelId="{8A2BAD67-B48F-4C64-9B6F-C0AF647C110F}" type="pres">
      <dgm:prSet presAssocID="{E952DC57-9566-47E2-A6B3-52CEB7DD9CBF}" presName="sibTrans" presStyleCnt="0"/>
      <dgm:spPr/>
    </dgm:pt>
    <dgm:pt modelId="{62000F98-0043-45D8-9EAA-045561F0DA35}" type="pres">
      <dgm:prSet presAssocID="{5EE12EB9-CE7C-4EBC-86EF-670EE2E4C4BF}" presName="compositeNode" presStyleCnt="0">
        <dgm:presLayoutVars>
          <dgm:bulletEnabled val="1"/>
        </dgm:presLayoutVars>
      </dgm:prSet>
      <dgm:spPr/>
    </dgm:pt>
    <dgm:pt modelId="{F19E94FF-F30B-4457-A00E-A4C601C83B46}" type="pres">
      <dgm:prSet presAssocID="{5EE12EB9-CE7C-4EBC-86EF-670EE2E4C4BF}" presName="image" presStyleLbl="fgImgPlace1" presStyleIdx="1" presStyleCnt="3"/>
      <dgm:spPr/>
    </dgm:pt>
    <dgm:pt modelId="{9236FDBB-E0FF-49F0-B7D8-322E90318610}" type="pres">
      <dgm:prSet presAssocID="{5EE12EB9-CE7C-4EBC-86EF-670EE2E4C4BF}" presName="childNode" presStyleLbl="node1" presStyleIdx="1" presStyleCnt="3">
        <dgm:presLayoutVars>
          <dgm:bulletEnabled val="1"/>
        </dgm:presLayoutVars>
      </dgm:prSet>
      <dgm:spPr/>
    </dgm:pt>
    <dgm:pt modelId="{B7ED4124-1995-4899-90D1-39C13DF1ADA8}" type="pres">
      <dgm:prSet presAssocID="{5EE12EB9-CE7C-4EBC-86EF-670EE2E4C4BF}" presName="parentNode" presStyleLbl="revTx" presStyleIdx="1" presStyleCnt="3">
        <dgm:presLayoutVars>
          <dgm:chMax val="0"/>
          <dgm:bulletEnabled val="1"/>
        </dgm:presLayoutVars>
      </dgm:prSet>
      <dgm:spPr/>
    </dgm:pt>
    <dgm:pt modelId="{53AE623A-071F-470F-BBEA-669B35DF9D25}" type="pres">
      <dgm:prSet presAssocID="{7311FE4F-6066-4429-B9C4-B80B621FD439}" presName="sibTrans" presStyleCnt="0"/>
      <dgm:spPr/>
    </dgm:pt>
    <dgm:pt modelId="{0EC96846-6211-4140-8FC2-4CC4A1D947F4}" type="pres">
      <dgm:prSet presAssocID="{700F8507-EECC-41DF-A4FE-4E307070B053}" presName="compositeNode" presStyleCnt="0">
        <dgm:presLayoutVars>
          <dgm:bulletEnabled val="1"/>
        </dgm:presLayoutVars>
      </dgm:prSet>
      <dgm:spPr/>
    </dgm:pt>
    <dgm:pt modelId="{44A422D9-DDAE-4603-ADF4-9035F705CC60}" type="pres">
      <dgm:prSet presAssocID="{700F8507-EECC-41DF-A4FE-4E307070B053}" presName="image" presStyleLbl="fgImgPlace1" presStyleIdx="2" presStyleCnt="3"/>
      <dgm:spPr/>
    </dgm:pt>
    <dgm:pt modelId="{D0754298-C010-4CC4-B78D-CCB93BA00DDA}" type="pres">
      <dgm:prSet presAssocID="{700F8507-EECC-41DF-A4FE-4E307070B053}" presName="childNode" presStyleLbl="node1" presStyleIdx="2" presStyleCnt="3">
        <dgm:presLayoutVars>
          <dgm:bulletEnabled val="1"/>
        </dgm:presLayoutVars>
      </dgm:prSet>
      <dgm:spPr/>
    </dgm:pt>
    <dgm:pt modelId="{AE3EB282-D170-4878-8A0B-5E1EEA707595}" type="pres">
      <dgm:prSet presAssocID="{700F8507-EECC-41DF-A4FE-4E307070B053}" presName="parentNode" presStyleLbl="revTx" presStyleIdx="2" presStyleCnt="3">
        <dgm:presLayoutVars>
          <dgm:chMax val="0"/>
          <dgm:bulletEnabled val="1"/>
        </dgm:presLayoutVars>
      </dgm:prSet>
      <dgm:spPr/>
    </dgm:pt>
  </dgm:ptLst>
  <dgm:cxnLst>
    <dgm:cxn modelId="{300A3603-5FE6-4453-93B1-DE04CB6A2FD9}" srcId="{5EE12EB9-CE7C-4EBC-86EF-670EE2E4C4BF}" destId="{6EB6A168-D164-4354-A0B4-AA4379741CFC}" srcOrd="0" destOrd="0" parTransId="{C44E785F-0FBB-403F-BEAA-E58E7F3105EB}" sibTransId="{1FA9EF83-C233-44F6-A210-14A5946A9720}"/>
    <dgm:cxn modelId="{92D4F51A-9865-4F97-A874-37CE44656E4E}" srcId="{700F8507-EECC-41DF-A4FE-4E307070B053}" destId="{56DF4E7F-7DEA-46AF-A520-E2F128B19CEA}" srcOrd="0" destOrd="0" parTransId="{01C333BD-BFB9-40F0-B85B-194084C9C029}" sibTransId="{FBFE3245-CC5C-4D8C-896A-670DC0363CAB}"/>
    <dgm:cxn modelId="{36BBC827-5171-4940-89E5-5D0B2FEB9958}" type="presOf" srcId="{D762D684-00A7-4A1A-83F4-D97F7006BA83}" destId="{07BCBE4B-151D-4F13-B1A7-690EEA1681B7}" srcOrd="0" destOrd="1" presId="urn:microsoft.com/office/officeart/2005/8/layout/hList2"/>
    <dgm:cxn modelId="{7E9D6A2A-77F4-4895-A817-668B6BA4ECFD}" srcId="{7083650A-A08E-4C7A-A715-EBAA5A17F659}" destId="{5EE12EB9-CE7C-4EBC-86EF-670EE2E4C4BF}" srcOrd="1" destOrd="0" parTransId="{6AB88AB5-17D5-4798-B86B-6B1B116C3B29}" sibTransId="{7311FE4F-6066-4429-B9C4-B80B621FD439}"/>
    <dgm:cxn modelId="{0FE07F2D-A9C3-44A4-B967-E94A949784B8}" type="presOf" srcId="{68F2B1D9-E9CA-4ECB-B54B-9E66E3E657E6}" destId="{D0754298-C010-4CC4-B78D-CCB93BA00DDA}" srcOrd="0" destOrd="1" presId="urn:microsoft.com/office/officeart/2005/8/layout/hList2"/>
    <dgm:cxn modelId="{67EAC435-7AD7-4CFD-97A6-6ED4182CB0E5}" type="presOf" srcId="{5EE12EB9-CE7C-4EBC-86EF-670EE2E4C4BF}" destId="{B7ED4124-1995-4899-90D1-39C13DF1ADA8}" srcOrd="0" destOrd="0" presId="urn:microsoft.com/office/officeart/2005/8/layout/hList2"/>
    <dgm:cxn modelId="{4740E766-7EEB-4BFC-A3FD-DABF6269627E}" type="presOf" srcId="{948018D2-1FA8-4AC2-90E6-EEA90F861598}" destId="{E18D889D-B41F-420F-8994-5A356921F47F}" srcOrd="0" destOrd="0" presId="urn:microsoft.com/office/officeart/2005/8/layout/hList2"/>
    <dgm:cxn modelId="{DD5A596E-3612-49FD-9F73-39F6EE5E9636}" srcId="{7083650A-A08E-4C7A-A715-EBAA5A17F659}" destId="{948018D2-1FA8-4AC2-90E6-EEA90F861598}" srcOrd="0" destOrd="0" parTransId="{5BE56303-B6B4-4991-9042-D78436DCE8F3}" sibTransId="{E952DC57-9566-47E2-A6B3-52CEB7DD9CBF}"/>
    <dgm:cxn modelId="{B8CCB357-B44D-449F-8ABC-718821DADECA}" type="presOf" srcId="{56DF4E7F-7DEA-46AF-A520-E2F128B19CEA}" destId="{D0754298-C010-4CC4-B78D-CCB93BA00DDA}" srcOrd="0" destOrd="0" presId="urn:microsoft.com/office/officeart/2005/8/layout/hList2"/>
    <dgm:cxn modelId="{5F1F207A-9849-468C-ADB1-549A4D77068A}" type="presOf" srcId="{2326DA82-5FD3-46BC-850F-DD4868298519}" destId="{9236FDBB-E0FF-49F0-B7D8-322E90318610}" srcOrd="0" destOrd="1" presId="urn:microsoft.com/office/officeart/2005/8/layout/hList2"/>
    <dgm:cxn modelId="{80216781-F95E-4F49-82CC-FC5CA0674BD1}" type="presOf" srcId="{6EB6A168-D164-4354-A0B4-AA4379741CFC}" destId="{9236FDBB-E0FF-49F0-B7D8-322E90318610}" srcOrd="0" destOrd="0" presId="urn:microsoft.com/office/officeart/2005/8/layout/hList2"/>
    <dgm:cxn modelId="{0B6709A2-FF05-48DC-9053-4FA0D0CAE982}" type="presOf" srcId="{7083650A-A08E-4C7A-A715-EBAA5A17F659}" destId="{AF2DABC9-63E0-419B-B610-46ABB14C943A}" srcOrd="0" destOrd="0" presId="urn:microsoft.com/office/officeart/2005/8/layout/hList2"/>
    <dgm:cxn modelId="{4A5BA1A2-FE70-463D-86BD-52C83CDC4E89}" type="presOf" srcId="{40767BE2-6927-40E6-B8D3-DA48E759AE55}" destId="{07BCBE4B-151D-4F13-B1A7-690EEA1681B7}" srcOrd="0" destOrd="0" presId="urn:microsoft.com/office/officeart/2005/8/layout/hList2"/>
    <dgm:cxn modelId="{280EA6C6-3E73-4E1C-A2A2-7EC04BE857BC}" srcId="{5EE12EB9-CE7C-4EBC-86EF-670EE2E4C4BF}" destId="{2326DA82-5FD3-46BC-850F-DD4868298519}" srcOrd="1" destOrd="0" parTransId="{86869FCA-C062-4C36-BB0A-9E46F77EE303}" sibTransId="{E14D465B-9A0F-4AC2-ADA5-6F3B0F5A03D5}"/>
    <dgm:cxn modelId="{9A8B3FD3-65BD-4E0B-890D-45934B615025}" srcId="{7083650A-A08E-4C7A-A715-EBAA5A17F659}" destId="{700F8507-EECC-41DF-A4FE-4E307070B053}" srcOrd="2" destOrd="0" parTransId="{0BDC0D2A-F021-46E8-AB4F-585E7130ECDF}" sibTransId="{5D8346C5-D863-4B6D-AB4F-1EBCAA5CE1ED}"/>
    <dgm:cxn modelId="{8619E3E1-3A75-425A-A327-D0BCCE0CCFBF}" type="presOf" srcId="{700F8507-EECC-41DF-A4FE-4E307070B053}" destId="{AE3EB282-D170-4878-8A0B-5E1EEA707595}" srcOrd="0" destOrd="0" presId="urn:microsoft.com/office/officeart/2005/8/layout/hList2"/>
    <dgm:cxn modelId="{A4FF92EA-9A17-4F02-A265-DE2A6C38DEB9}" srcId="{948018D2-1FA8-4AC2-90E6-EEA90F861598}" destId="{D762D684-00A7-4A1A-83F4-D97F7006BA83}" srcOrd="1" destOrd="0" parTransId="{3F3759BF-972A-40F1-BEE7-320E99498D39}" sibTransId="{77371713-DC09-4E85-89C6-B91B9299863C}"/>
    <dgm:cxn modelId="{54F41CFE-0357-457F-A457-8850447B56B0}" srcId="{948018D2-1FA8-4AC2-90E6-EEA90F861598}" destId="{40767BE2-6927-40E6-B8D3-DA48E759AE55}" srcOrd="0" destOrd="0" parTransId="{5E950A30-F458-44AE-9E9C-6EC484D108B0}" sibTransId="{36924595-EE06-4E64-A8C3-001382518A10}"/>
    <dgm:cxn modelId="{FF7E24FF-52AF-47F9-9FE5-01A1D39D0D4B}" srcId="{700F8507-EECC-41DF-A4FE-4E307070B053}" destId="{68F2B1D9-E9CA-4ECB-B54B-9E66E3E657E6}" srcOrd="1" destOrd="0" parTransId="{C9ECD538-47BB-4BBA-A1C8-6D9CFE797A76}" sibTransId="{6925FC6A-D8D3-48A7-8BDB-73958D8AB8F1}"/>
    <dgm:cxn modelId="{B78C7032-3BA8-446A-A8A3-8EC1D86BA460}" type="presParOf" srcId="{AF2DABC9-63E0-419B-B610-46ABB14C943A}" destId="{13CB0266-A1B8-40B0-8BA7-065101B6B315}" srcOrd="0" destOrd="0" presId="urn:microsoft.com/office/officeart/2005/8/layout/hList2"/>
    <dgm:cxn modelId="{6C9DDE48-5D36-4BB4-9187-1B25DD7363AD}" type="presParOf" srcId="{13CB0266-A1B8-40B0-8BA7-065101B6B315}" destId="{6785A189-5D0E-4228-9503-B19C6B089B7B}" srcOrd="0" destOrd="0" presId="urn:microsoft.com/office/officeart/2005/8/layout/hList2"/>
    <dgm:cxn modelId="{12BD27E1-B47F-4DBB-975B-A2E26BDA5952}" type="presParOf" srcId="{13CB0266-A1B8-40B0-8BA7-065101B6B315}" destId="{07BCBE4B-151D-4F13-B1A7-690EEA1681B7}" srcOrd="1" destOrd="0" presId="urn:microsoft.com/office/officeart/2005/8/layout/hList2"/>
    <dgm:cxn modelId="{F8BB5786-38EE-4A54-B946-1CF18AFAED76}" type="presParOf" srcId="{13CB0266-A1B8-40B0-8BA7-065101B6B315}" destId="{E18D889D-B41F-420F-8994-5A356921F47F}" srcOrd="2" destOrd="0" presId="urn:microsoft.com/office/officeart/2005/8/layout/hList2"/>
    <dgm:cxn modelId="{7C0BE01D-192F-4F2B-860F-300DCFCD441D}" type="presParOf" srcId="{AF2DABC9-63E0-419B-B610-46ABB14C943A}" destId="{8A2BAD67-B48F-4C64-9B6F-C0AF647C110F}" srcOrd="1" destOrd="0" presId="urn:microsoft.com/office/officeart/2005/8/layout/hList2"/>
    <dgm:cxn modelId="{2FE82D52-1397-4E4C-AD34-ADD52506724F}" type="presParOf" srcId="{AF2DABC9-63E0-419B-B610-46ABB14C943A}" destId="{62000F98-0043-45D8-9EAA-045561F0DA35}" srcOrd="2" destOrd="0" presId="urn:microsoft.com/office/officeart/2005/8/layout/hList2"/>
    <dgm:cxn modelId="{DABA978F-C684-41FD-9117-CD1EBB00AE6F}" type="presParOf" srcId="{62000F98-0043-45D8-9EAA-045561F0DA35}" destId="{F19E94FF-F30B-4457-A00E-A4C601C83B46}" srcOrd="0" destOrd="0" presId="urn:microsoft.com/office/officeart/2005/8/layout/hList2"/>
    <dgm:cxn modelId="{E2786A86-219C-49A4-887B-481E2EE155D9}" type="presParOf" srcId="{62000F98-0043-45D8-9EAA-045561F0DA35}" destId="{9236FDBB-E0FF-49F0-B7D8-322E90318610}" srcOrd="1" destOrd="0" presId="urn:microsoft.com/office/officeart/2005/8/layout/hList2"/>
    <dgm:cxn modelId="{9B4648F6-E9D2-4194-93F7-B39BCA2EAC1A}" type="presParOf" srcId="{62000F98-0043-45D8-9EAA-045561F0DA35}" destId="{B7ED4124-1995-4899-90D1-39C13DF1ADA8}" srcOrd="2" destOrd="0" presId="urn:microsoft.com/office/officeart/2005/8/layout/hList2"/>
    <dgm:cxn modelId="{121BE466-C13E-4B86-82DD-44D65583380D}" type="presParOf" srcId="{AF2DABC9-63E0-419B-B610-46ABB14C943A}" destId="{53AE623A-071F-470F-BBEA-669B35DF9D25}" srcOrd="3" destOrd="0" presId="urn:microsoft.com/office/officeart/2005/8/layout/hList2"/>
    <dgm:cxn modelId="{751E91B5-BB83-432D-92ED-1867B2B91028}" type="presParOf" srcId="{AF2DABC9-63E0-419B-B610-46ABB14C943A}" destId="{0EC96846-6211-4140-8FC2-4CC4A1D947F4}" srcOrd="4" destOrd="0" presId="urn:microsoft.com/office/officeart/2005/8/layout/hList2"/>
    <dgm:cxn modelId="{33919848-455A-4C9F-95A1-1073B64AA271}" type="presParOf" srcId="{0EC96846-6211-4140-8FC2-4CC4A1D947F4}" destId="{44A422D9-DDAE-4603-ADF4-9035F705CC60}" srcOrd="0" destOrd="0" presId="urn:microsoft.com/office/officeart/2005/8/layout/hList2"/>
    <dgm:cxn modelId="{8E1F3A29-7B8A-4B01-B066-58936C680165}" type="presParOf" srcId="{0EC96846-6211-4140-8FC2-4CC4A1D947F4}" destId="{D0754298-C010-4CC4-B78D-CCB93BA00DDA}" srcOrd="1" destOrd="0" presId="urn:microsoft.com/office/officeart/2005/8/layout/hList2"/>
    <dgm:cxn modelId="{5E5973FA-2B7F-4DFC-A8B6-700ED255FA1F}" type="presParOf" srcId="{0EC96846-6211-4140-8FC2-4CC4A1D947F4}" destId="{AE3EB282-D170-4878-8A0B-5E1EEA707595}" srcOrd="2" destOrd="0" presId="urn:microsoft.com/office/officeart/2005/8/layout/h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C7DBE07-4AFD-4F1A-BC9C-E63B96BBBAB8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0"/>
      <dgm:spPr/>
      <dgm:t>
        <a:bodyPr/>
        <a:lstStyle/>
        <a:p>
          <a:endParaRPr lang="en-US"/>
        </a:p>
      </dgm:t>
    </dgm:pt>
    <dgm:pt modelId="{5EED16FE-9E3B-436E-87BE-9E08DC2ADAFD}">
      <dgm:prSet phldrT="[Text]" phldr="1"/>
      <dgm:spPr/>
      <dgm:t>
        <a:bodyPr/>
        <a:lstStyle/>
        <a:p>
          <a:endParaRPr lang="en-US"/>
        </a:p>
      </dgm:t>
    </dgm:pt>
    <dgm:pt modelId="{88022BB8-8344-498B-876B-DE25847D370D}" type="parTrans" cxnId="{D04BB363-0145-44C6-BAC9-0EC70CE463D4}">
      <dgm:prSet/>
      <dgm:spPr/>
      <dgm:t>
        <a:bodyPr/>
        <a:lstStyle/>
        <a:p>
          <a:endParaRPr lang="en-US"/>
        </a:p>
      </dgm:t>
    </dgm:pt>
    <dgm:pt modelId="{4AA03C87-358B-4AB9-9209-9E0D260DA8CA}" type="sibTrans" cxnId="{D04BB363-0145-44C6-BAC9-0EC70CE463D4}">
      <dgm:prSet/>
      <dgm:spPr/>
      <dgm:t>
        <a:bodyPr/>
        <a:lstStyle/>
        <a:p>
          <a:endParaRPr lang="en-US"/>
        </a:p>
      </dgm:t>
    </dgm:pt>
    <dgm:pt modelId="{D1C33658-AADB-4C9A-8417-FFD45DA1D68B}">
      <dgm:prSet phldrT="[Text]" phldr="1"/>
      <dgm:spPr/>
      <dgm:t>
        <a:bodyPr/>
        <a:lstStyle/>
        <a:p>
          <a:endParaRPr lang="en-US"/>
        </a:p>
      </dgm:t>
    </dgm:pt>
    <dgm:pt modelId="{DC5372C5-5559-4E24-ADFF-02278257669D}" type="parTrans" cxnId="{49D28531-AC6D-4999-860A-E66E7C1853A1}">
      <dgm:prSet/>
      <dgm:spPr/>
      <dgm:t>
        <a:bodyPr/>
        <a:lstStyle/>
        <a:p>
          <a:endParaRPr lang="en-US"/>
        </a:p>
      </dgm:t>
    </dgm:pt>
    <dgm:pt modelId="{9BFF0B66-2F1A-49DB-B75B-A21A4F7A795E}" type="sibTrans" cxnId="{49D28531-AC6D-4999-860A-E66E7C1853A1}">
      <dgm:prSet/>
      <dgm:spPr/>
      <dgm:t>
        <a:bodyPr/>
        <a:lstStyle/>
        <a:p>
          <a:endParaRPr lang="en-US"/>
        </a:p>
      </dgm:t>
    </dgm:pt>
    <dgm:pt modelId="{DB4E05A5-F951-43C6-97CF-FB3FA7C8D27D}">
      <dgm:prSet phldrT="[Text]" phldr="1"/>
      <dgm:spPr/>
      <dgm:t>
        <a:bodyPr/>
        <a:lstStyle/>
        <a:p>
          <a:endParaRPr lang="en-US"/>
        </a:p>
      </dgm:t>
    </dgm:pt>
    <dgm:pt modelId="{9F6B1823-B10B-4E65-AC2D-B47F2719BDB0}" type="parTrans" cxnId="{EF630D3B-B5B6-4755-8A77-2DAD82D71361}">
      <dgm:prSet/>
      <dgm:spPr/>
      <dgm:t>
        <a:bodyPr/>
        <a:lstStyle/>
        <a:p>
          <a:endParaRPr lang="en-US"/>
        </a:p>
      </dgm:t>
    </dgm:pt>
    <dgm:pt modelId="{743AAFCC-00E5-4875-A5DB-D0EE1A3B26D8}" type="sibTrans" cxnId="{EF630D3B-B5B6-4755-8A77-2DAD82D71361}">
      <dgm:prSet/>
      <dgm:spPr/>
      <dgm:t>
        <a:bodyPr/>
        <a:lstStyle/>
        <a:p>
          <a:endParaRPr lang="en-US"/>
        </a:p>
      </dgm:t>
    </dgm:pt>
    <dgm:pt modelId="{E1875952-5FD4-4B9F-9122-0EFFC96A9EAA}">
      <dgm:prSet phldrT="[Text]" phldr="1"/>
      <dgm:spPr/>
      <dgm:t>
        <a:bodyPr/>
        <a:lstStyle/>
        <a:p>
          <a:endParaRPr lang="en-US"/>
        </a:p>
      </dgm:t>
    </dgm:pt>
    <dgm:pt modelId="{CA4E36AE-751A-46EB-8CE1-F6C997BFCA88}" type="parTrans" cxnId="{BB111B6D-10EF-4828-AD47-834DF8E259D1}">
      <dgm:prSet/>
      <dgm:spPr/>
      <dgm:t>
        <a:bodyPr/>
        <a:lstStyle/>
        <a:p>
          <a:endParaRPr lang="en-US"/>
        </a:p>
      </dgm:t>
    </dgm:pt>
    <dgm:pt modelId="{D9DCBA4D-16A6-4099-8149-3B6E3F202E8C}" type="sibTrans" cxnId="{BB111B6D-10EF-4828-AD47-834DF8E259D1}">
      <dgm:prSet/>
      <dgm:spPr/>
      <dgm:t>
        <a:bodyPr/>
        <a:lstStyle/>
        <a:p>
          <a:endParaRPr lang="en-US"/>
        </a:p>
      </dgm:t>
    </dgm:pt>
    <dgm:pt modelId="{2B5AFFDA-BB74-4C3C-81A4-FA1A66935BDB}">
      <dgm:prSet phldrT="[Text]" phldr="1"/>
      <dgm:spPr/>
      <dgm:t>
        <a:bodyPr/>
        <a:lstStyle/>
        <a:p>
          <a:endParaRPr lang="en-US"/>
        </a:p>
      </dgm:t>
    </dgm:pt>
    <dgm:pt modelId="{E5DA2954-C2EF-4A91-A7A8-A7614C1AFB62}" type="parTrans" cxnId="{D18C5EF3-757A-43A1-8EC1-DD6A58091C56}">
      <dgm:prSet/>
      <dgm:spPr/>
      <dgm:t>
        <a:bodyPr/>
        <a:lstStyle/>
        <a:p>
          <a:endParaRPr lang="en-US"/>
        </a:p>
      </dgm:t>
    </dgm:pt>
    <dgm:pt modelId="{5F8C893C-2B09-4E53-953F-10AD64384C56}" type="sibTrans" cxnId="{D18C5EF3-757A-43A1-8EC1-DD6A58091C56}">
      <dgm:prSet/>
      <dgm:spPr/>
      <dgm:t>
        <a:bodyPr/>
        <a:lstStyle/>
        <a:p>
          <a:endParaRPr lang="en-US"/>
        </a:p>
      </dgm:t>
    </dgm:pt>
    <dgm:pt modelId="{D0325291-72F1-4AB6-9597-34E4065F9CBC}" type="pres">
      <dgm:prSet presAssocID="{9C7DBE07-4AFD-4F1A-BC9C-E63B96BBBAB8}" presName="diagram" presStyleCnt="0">
        <dgm:presLayoutVars>
          <dgm:dir/>
          <dgm:resizeHandles val="exact"/>
        </dgm:presLayoutVars>
      </dgm:prSet>
      <dgm:spPr/>
    </dgm:pt>
    <dgm:pt modelId="{9267EF24-76BE-46BB-BBF9-5B40F74393D0}" type="pres">
      <dgm:prSet presAssocID="{5EED16FE-9E3B-436E-87BE-9E08DC2ADAFD}" presName="node" presStyleLbl="node1" presStyleIdx="0" presStyleCnt="5">
        <dgm:presLayoutVars>
          <dgm:bulletEnabled val="1"/>
        </dgm:presLayoutVars>
      </dgm:prSet>
      <dgm:spPr/>
    </dgm:pt>
    <dgm:pt modelId="{4D9A4B26-CCA8-4ED8-8845-38E81C638CF5}" type="pres">
      <dgm:prSet presAssocID="{4AA03C87-358B-4AB9-9209-9E0D260DA8CA}" presName="sibTrans" presStyleCnt="0"/>
      <dgm:spPr/>
    </dgm:pt>
    <dgm:pt modelId="{EF14766D-59F7-469C-8687-3F8E04FE8581}" type="pres">
      <dgm:prSet presAssocID="{D1C33658-AADB-4C9A-8417-FFD45DA1D68B}" presName="node" presStyleLbl="node1" presStyleIdx="1" presStyleCnt="5">
        <dgm:presLayoutVars>
          <dgm:bulletEnabled val="1"/>
        </dgm:presLayoutVars>
      </dgm:prSet>
      <dgm:spPr/>
    </dgm:pt>
    <dgm:pt modelId="{84BFF6FE-D144-4F58-BE5A-D2E9479D8202}" type="pres">
      <dgm:prSet presAssocID="{9BFF0B66-2F1A-49DB-B75B-A21A4F7A795E}" presName="sibTrans" presStyleCnt="0"/>
      <dgm:spPr/>
    </dgm:pt>
    <dgm:pt modelId="{678A5DA7-A52E-4E80-881D-20696D00ADF3}" type="pres">
      <dgm:prSet presAssocID="{DB4E05A5-F951-43C6-97CF-FB3FA7C8D27D}" presName="node" presStyleLbl="node1" presStyleIdx="2" presStyleCnt="5">
        <dgm:presLayoutVars>
          <dgm:bulletEnabled val="1"/>
        </dgm:presLayoutVars>
      </dgm:prSet>
      <dgm:spPr/>
    </dgm:pt>
    <dgm:pt modelId="{629EC2B5-4255-464E-8781-78F995747EB0}" type="pres">
      <dgm:prSet presAssocID="{743AAFCC-00E5-4875-A5DB-D0EE1A3B26D8}" presName="sibTrans" presStyleCnt="0"/>
      <dgm:spPr/>
    </dgm:pt>
    <dgm:pt modelId="{916D00AD-113B-4C42-A3B0-52FB399971AD}" type="pres">
      <dgm:prSet presAssocID="{E1875952-5FD4-4B9F-9122-0EFFC96A9EAA}" presName="node" presStyleLbl="node1" presStyleIdx="3" presStyleCnt="5">
        <dgm:presLayoutVars>
          <dgm:bulletEnabled val="1"/>
        </dgm:presLayoutVars>
      </dgm:prSet>
      <dgm:spPr/>
    </dgm:pt>
    <dgm:pt modelId="{4606F1F7-89FB-48FC-A509-F4A4CDD18B24}" type="pres">
      <dgm:prSet presAssocID="{D9DCBA4D-16A6-4099-8149-3B6E3F202E8C}" presName="sibTrans" presStyleCnt="0"/>
      <dgm:spPr/>
    </dgm:pt>
    <dgm:pt modelId="{19DB34E1-CEB1-4B7B-A12F-6B6B738FF080}" type="pres">
      <dgm:prSet presAssocID="{2B5AFFDA-BB74-4C3C-81A4-FA1A66935BDB}" presName="node" presStyleLbl="node1" presStyleIdx="4" presStyleCnt="5">
        <dgm:presLayoutVars>
          <dgm:bulletEnabled val="1"/>
        </dgm:presLayoutVars>
      </dgm:prSet>
      <dgm:spPr/>
    </dgm:pt>
  </dgm:ptLst>
  <dgm:cxnLst>
    <dgm:cxn modelId="{49D28531-AC6D-4999-860A-E66E7C1853A1}" srcId="{9C7DBE07-4AFD-4F1A-BC9C-E63B96BBBAB8}" destId="{D1C33658-AADB-4C9A-8417-FFD45DA1D68B}" srcOrd="1" destOrd="0" parTransId="{DC5372C5-5559-4E24-ADFF-02278257669D}" sibTransId="{9BFF0B66-2F1A-49DB-B75B-A21A4F7A795E}"/>
    <dgm:cxn modelId="{EF630D3B-B5B6-4755-8A77-2DAD82D71361}" srcId="{9C7DBE07-4AFD-4F1A-BC9C-E63B96BBBAB8}" destId="{DB4E05A5-F951-43C6-97CF-FB3FA7C8D27D}" srcOrd="2" destOrd="0" parTransId="{9F6B1823-B10B-4E65-AC2D-B47F2719BDB0}" sibTransId="{743AAFCC-00E5-4875-A5DB-D0EE1A3B26D8}"/>
    <dgm:cxn modelId="{D04BB363-0145-44C6-BAC9-0EC70CE463D4}" srcId="{9C7DBE07-4AFD-4F1A-BC9C-E63B96BBBAB8}" destId="{5EED16FE-9E3B-436E-87BE-9E08DC2ADAFD}" srcOrd="0" destOrd="0" parTransId="{88022BB8-8344-498B-876B-DE25847D370D}" sibTransId="{4AA03C87-358B-4AB9-9209-9E0D260DA8CA}"/>
    <dgm:cxn modelId="{BCEB7F45-7E0D-4829-A4E7-FFD0FFE212B3}" type="presOf" srcId="{E1875952-5FD4-4B9F-9122-0EFFC96A9EAA}" destId="{916D00AD-113B-4C42-A3B0-52FB399971AD}" srcOrd="0" destOrd="0" presId="urn:microsoft.com/office/officeart/2005/8/layout/default"/>
    <dgm:cxn modelId="{BB111B6D-10EF-4828-AD47-834DF8E259D1}" srcId="{9C7DBE07-4AFD-4F1A-BC9C-E63B96BBBAB8}" destId="{E1875952-5FD4-4B9F-9122-0EFFC96A9EAA}" srcOrd="3" destOrd="0" parTransId="{CA4E36AE-751A-46EB-8CE1-F6C997BFCA88}" sibTransId="{D9DCBA4D-16A6-4099-8149-3B6E3F202E8C}"/>
    <dgm:cxn modelId="{D1EDDE59-AD02-479B-948E-FEF1D461A4BB}" type="presOf" srcId="{2B5AFFDA-BB74-4C3C-81A4-FA1A66935BDB}" destId="{19DB34E1-CEB1-4B7B-A12F-6B6B738FF080}" srcOrd="0" destOrd="0" presId="urn:microsoft.com/office/officeart/2005/8/layout/default"/>
    <dgm:cxn modelId="{8E58A4C6-EB64-4605-8AC3-49F9D1FA03BE}" type="presOf" srcId="{DB4E05A5-F951-43C6-97CF-FB3FA7C8D27D}" destId="{678A5DA7-A52E-4E80-881D-20696D00ADF3}" srcOrd="0" destOrd="0" presId="urn:microsoft.com/office/officeart/2005/8/layout/default"/>
    <dgm:cxn modelId="{63F7BCCF-F3B5-41DF-9114-E106762CD00F}" type="presOf" srcId="{9C7DBE07-4AFD-4F1A-BC9C-E63B96BBBAB8}" destId="{D0325291-72F1-4AB6-9597-34E4065F9CBC}" srcOrd="0" destOrd="0" presId="urn:microsoft.com/office/officeart/2005/8/layout/default"/>
    <dgm:cxn modelId="{AC240CD5-18D7-40CF-965D-A02124778C49}" type="presOf" srcId="{D1C33658-AADB-4C9A-8417-FFD45DA1D68B}" destId="{EF14766D-59F7-469C-8687-3F8E04FE8581}" srcOrd="0" destOrd="0" presId="urn:microsoft.com/office/officeart/2005/8/layout/default"/>
    <dgm:cxn modelId="{A00D2EDF-2A57-4B6D-B3A6-8182161AF4B2}" type="presOf" srcId="{5EED16FE-9E3B-436E-87BE-9E08DC2ADAFD}" destId="{9267EF24-76BE-46BB-BBF9-5B40F74393D0}" srcOrd="0" destOrd="0" presId="urn:microsoft.com/office/officeart/2005/8/layout/default"/>
    <dgm:cxn modelId="{D18C5EF3-757A-43A1-8EC1-DD6A58091C56}" srcId="{9C7DBE07-4AFD-4F1A-BC9C-E63B96BBBAB8}" destId="{2B5AFFDA-BB74-4C3C-81A4-FA1A66935BDB}" srcOrd="4" destOrd="0" parTransId="{E5DA2954-C2EF-4A91-A7A8-A7614C1AFB62}" sibTransId="{5F8C893C-2B09-4E53-953F-10AD64384C56}"/>
    <dgm:cxn modelId="{71D56639-36EB-43D5-9432-E309672E0623}" type="presParOf" srcId="{D0325291-72F1-4AB6-9597-34E4065F9CBC}" destId="{9267EF24-76BE-46BB-BBF9-5B40F74393D0}" srcOrd="0" destOrd="0" presId="urn:microsoft.com/office/officeart/2005/8/layout/default"/>
    <dgm:cxn modelId="{0F53ACE3-A53C-4061-ADB7-95A3B13FA8FB}" type="presParOf" srcId="{D0325291-72F1-4AB6-9597-34E4065F9CBC}" destId="{4D9A4B26-CCA8-4ED8-8845-38E81C638CF5}" srcOrd="1" destOrd="0" presId="urn:microsoft.com/office/officeart/2005/8/layout/default"/>
    <dgm:cxn modelId="{03414432-4409-4A49-A91A-21F3DC5A5424}" type="presParOf" srcId="{D0325291-72F1-4AB6-9597-34E4065F9CBC}" destId="{EF14766D-59F7-469C-8687-3F8E04FE8581}" srcOrd="2" destOrd="0" presId="urn:microsoft.com/office/officeart/2005/8/layout/default"/>
    <dgm:cxn modelId="{216A2F63-3D8E-40AE-AE9F-EF362DBA89F6}" type="presParOf" srcId="{D0325291-72F1-4AB6-9597-34E4065F9CBC}" destId="{84BFF6FE-D144-4F58-BE5A-D2E9479D8202}" srcOrd="3" destOrd="0" presId="urn:microsoft.com/office/officeart/2005/8/layout/default"/>
    <dgm:cxn modelId="{7B110F40-76E6-4360-8F93-6CB1525EF7C6}" type="presParOf" srcId="{D0325291-72F1-4AB6-9597-34E4065F9CBC}" destId="{678A5DA7-A52E-4E80-881D-20696D00ADF3}" srcOrd="4" destOrd="0" presId="urn:microsoft.com/office/officeart/2005/8/layout/default"/>
    <dgm:cxn modelId="{782F1364-BB1F-4E39-99B2-3E1524424CA3}" type="presParOf" srcId="{D0325291-72F1-4AB6-9597-34E4065F9CBC}" destId="{629EC2B5-4255-464E-8781-78F995747EB0}" srcOrd="5" destOrd="0" presId="urn:microsoft.com/office/officeart/2005/8/layout/default"/>
    <dgm:cxn modelId="{97DE4274-489B-490F-8E35-A7570491F233}" type="presParOf" srcId="{D0325291-72F1-4AB6-9597-34E4065F9CBC}" destId="{916D00AD-113B-4C42-A3B0-52FB399971AD}" srcOrd="6" destOrd="0" presId="urn:microsoft.com/office/officeart/2005/8/layout/default"/>
    <dgm:cxn modelId="{BAF5D32E-9601-4DE2-B1F8-E422ED66FD52}" type="presParOf" srcId="{D0325291-72F1-4AB6-9597-34E4065F9CBC}" destId="{4606F1F7-89FB-48FC-A509-F4A4CDD18B24}" srcOrd="7" destOrd="0" presId="urn:microsoft.com/office/officeart/2005/8/layout/default"/>
    <dgm:cxn modelId="{CD5F7B0B-22B6-4812-AE83-7DE7E4A0FCBE}" type="presParOf" srcId="{D0325291-72F1-4AB6-9597-34E4065F9CBC}" destId="{19DB34E1-CEB1-4B7B-A12F-6B6B738FF080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18D889D-B41F-420F-8994-5A356921F47F}">
      <dsp:nvSpPr>
        <dsp:cNvPr id="0" name=""/>
        <dsp:cNvSpPr/>
      </dsp:nvSpPr>
      <dsp:spPr>
        <a:xfrm rot="16200000">
          <a:off x="-1383004" y="2256453"/>
          <a:ext cx="3394043" cy="5049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445295" bIns="0" numCol="1" spcCol="1270" anchor="t" anchorCtr="0">
          <a:noAutofit/>
        </a:bodyPr>
        <a:lstStyle/>
        <a:p>
          <a:pPr marL="0" lvl="0" indent="0" algn="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-1383004" y="2256453"/>
        <a:ext cx="3394043" cy="504901"/>
      </dsp:txXfrm>
    </dsp:sp>
    <dsp:sp modelId="{07BCBE4B-151D-4F13-B1A7-690EEA1681B7}">
      <dsp:nvSpPr>
        <dsp:cNvPr id="0" name=""/>
        <dsp:cNvSpPr/>
      </dsp:nvSpPr>
      <dsp:spPr>
        <a:xfrm>
          <a:off x="566467" y="811881"/>
          <a:ext cx="2514943" cy="339404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26720" tIns="445295" rIns="426720" bIns="426720" numCol="1" spcCol="1270" anchor="t" anchorCtr="0">
          <a:noAutofit/>
        </a:bodyPr>
        <a:lstStyle/>
        <a:p>
          <a:pPr marL="285750" lvl="1" indent="-285750" algn="l" defTabSz="2089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4700" kern="1200"/>
        </a:p>
        <a:p>
          <a:pPr marL="285750" lvl="1" indent="-285750" algn="l" defTabSz="2089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4700" kern="1200"/>
        </a:p>
      </dsp:txBody>
      <dsp:txXfrm>
        <a:off x="566467" y="811881"/>
        <a:ext cx="2514943" cy="3394043"/>
      </dsp:txXfrm>
    </dsp:sp>
    <dsp:sp modelId="{6785A189-5D0E-4228-9503-B19C6B089B7B}">
      <dsp:nvSpPr>
        <dsp:cNvPr id="0" name=""/>
        <dsp:cNvSpPr/>
      </dsp:nvSpPr>
      <dsp:spPr>
        <a:xfrm>
          <a:off x="61566" y="145412"/>
          <a:ext cx="1009802" cy="1009802"/>
        </a:xfrm>
        <a:prstGeom prst="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ED4124-1995-4899-90D1-39C13DF1ADA8}">
      <dsp:nvSpPr>
        <dsp:cNvPr id="0" name=""/>
        <dsp:cNvSpPr/>
      </dsp:nvSpPr>
      <dsp:spPr>
        <a:xfrm rot="16200000">
          <a:off x="2303306" y="2256453"/>
          <a:ext cx="3394043" cy="5049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445295" bIns="0" numCol="1" spcCol="1270" anchor="t" anchorCtr="0">
          <a:noAutofit/>
        </a:bodyPr>
        <a:lstStyle/>
        <a:p>
          <a:pPr marL="0" lvl="0" indent="0" algn="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2303306" y="2256453"/>
        <a:ext cx="3394043" cy="504901"/>
      </dsp:txXfrm>
    </dsp:sp>
    <dsp:sp modelId="{9236FDBB-E0FF-49F0-B7D8-322E90318610}">
      <dsp:nvSpPr>
        <dsp:cNvPr id="0" name=""/>
        <dsp:cNvSpPr/>
      </dsp:nvSpPr>
      <dsp:spPr>
        <a:xfrm>
          <a:off x="4252779" y="811881"/>
          <a:ext cx="2514943" cy="339404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26720" tIns="445295" rIns="426720" bIns="426720" numCol="1" spcCol="1270" anchor="t" anchorCtr="0">
          <a:noAutofit/>
        </a:bodyPr>
        <a:lstStyle/>
        <a:p>
          <a:pPr marL="285750" lvl="1" indent="-285750" algn="l" defTabSz="2089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4700" kern="1200"/>
        </a:p>
        <a:p>
          <a:pPr marL="285750" lvl="1" indent="-285750" algn="l" defTabSz="2089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4700" kern="1200"/>
        </a:p>
      </dsp:txBody>
      <dsp:txXfrm>
        <a:off x="4252779" y="811881"/>
        <a:ext cx="2514943" cy="3394043"/>
      </dsp:txXfrm>
    </dsp:sp>
    <dsp:sp modelId="{F19E94FF-F30B-4457-A00E-A4C601C83B46}">
      <dsp:nvSpPr>
        <dsp:cNvPr id="0" name=""/>
        <dsp:cNvSpPr/>
      </dsp:nvSpPr>
      <dsp:spPr>
        <a:xfrm>
          <a:off x="3747877" y="145412"/>
          <a:ext cx="1009802" cy="1009802"/>
        </a:xfrm>
        <a:prstGeom prst="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3EB282-D170-4878-8A0B-5E1EEA707595}">
      <dsp:nvSpPr>
        <dsp:cNvPr id="0" name=""/>
        <dsp:cNvSpPr/>
      </dsp:nvSpPr>
      <dsp:spPr>
        <a:xfrm rot="16200000">
          <a:off x="5989618" y="2256453"/>
          <a:ext cx="3394043" cy="5049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445295" bIns="0" numCol="1" spcCol="1270" anchor="t" anchorCtr="0">
          <a:noAutofit/>
        </a:bodyPr>
        <a:lstStyle/>
        <a:p>
          <a:pPr marL="0" lvl="0" indent="0" algn="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5989618" y="2256453"/>
        <a:ext cx="3394043" cy="504901"/>
      </dsp:txXfrm>
    </dsp:sp>
    <dsp:sp modelId="{D0754298-C010-4CC4-B78D-CCB93BA00DDA}">
      <dsp:nvSpPr>
        <dsp:cNvPr id="0" name=""/>
        <dsp:cNvSpPr/>
      </dsp:nvSpPr>
      <dsp:spPr>
        <a:xfrm>
          <a:off x="7939090" y="811881"/>
          <a:ext cx="2514943" cy="339404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26720" tIns="445295" rIns="426720" bIns="426720" numCol="1" spcCol="1270" anchor="t" anchorCtr="0">
          <a:noAutofit/>
        </a:bodyPr>
        <a:lstStyle/>
        <a:p>
          <a:pPr marL="285750" lvl="1" indent="-285750" algn="l" defTabSz="2089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4700" kern="1200"/>
        </a:p>
        <a:p>
          <a:pPr marL="285750" lvl="1" indent="-285750" algn="l" defTabSz="2089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4700" kern="1200"/>
        </a:p>
      </dsp:txBody>
      <dsp:txXfrm>
        <a:off x="7939090" y="811881"/>
        <a:ext cx="2514943" cy="3394043"/>
      </dsp:txXfrm>
    </dsp:sp>
    <dsp:sp modelId="{44A422D9-DDAE-4603-ADF4-9035F705CC60}">
      <dsp:nvSpPr>
        <dsp:cNvPr id="0" name=""/>
        <dsp:cNvSpPr/>
      </dsp:nvSpPr>
      <dsp:spPr>
        <a:xfrm>
          <a:off x="7434189" y="145412"/>
          <a:ext cx="1009802" cy="1009802"/>
        </a:xfrm>
        <a:prstGeom prst="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67EF24-76BE-46BB-BBF9-5B40F74393D0}">
      <dsp:nvSpPr>
        <dsp:cNvPr id="0" name=""/>
        <dsp:cNvSpPr/>
      </dsp:nvSpPr>
      <dsp:spPr>
        <a:xfrm>
          <a:off x="0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/>
        </a:p>
      </dsp:txBody>
      <dsp:txXfrm>
        <a:off x="0" y="39687"/>
        <a:ext cx="3286125" cy="1971675"/>
      </dsp:txXfrm>
    </dsp:sp>
    <dsp:sp modelId="{EF14766D-59F7-469C-8687-3F8E04FE8581}">
      <dsp:nvSpPr>
        <dsp:cNvPr id="0" name=""/>
        <dsp:cNvSpPr/>
      </dsp:nvSpPr>
      <dsp:spPr>
        <a:xfrm>
          <a:off x="3614737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/>
        </a:p>
      </dsp:txBody>
      <dsp:txXfrm>
        <a:off x="3614737" y="39687"/>
        <a:ext cx="3286125" cy="1971675"/>
      </dsp:txXfrm>
    </dsp:sp>
    <dsp:sp modelId="{678A5DA7-A52E-4E80-881D-20696D00ADF3}">
      <dsp:nvSpPr>
        <dsp:cNvPr id="0" name=""/>
        <dsp:cNvSpPr/>
      </dsp:nvSpPr>
      <dsp:spPr>
        <a:xfrm>
          <a:off x="7229475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/>
        </a:p>
      </dsp:txBody>
      <dsp:txXfrm>
        <a:off x="7229475" y="39687"/>
        <a:ext cx="3286125" cy="1971675"/>
      </dsp:txXfrm>
    </dsp:sp>
    <dsp:sp modelId="{916D00AD-113B-4C42-A3B0-52FB399971AD}">
      <dsp:nvSpPr>
        <dsp:cNvPr id="0" name=""/>
        <dsp:cNvSpPr/>
      </dsp:nvSpPr>
      <dsp:spPr>
        <a:xfrm>
          <a:off x="1807368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/>
        </a:p>
      </dsp:txBody>
      <dsp:txXfrm>
        <a:off x="1807368" y="2339975"/>
        <a:ext cx="3286125" cy="1971675"/>
      </dsp:txXfrm>
    </dsp:sp>
    <dsp:sp modelId="{19DB34E1-CEB1-4B7B-A12F-6B6B738FF080}">
      <dsp:nvSpPr>
        <dsp:cNvPr id="0" name=""/>
        <dsp:cNvSpPr/>
      </dsp:nvSpPr>
      <dsp:spPr>
        <a:xfrm>
          <a:off x="5422106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/>
        </a:p>
      </dsp:txBody>
      <dsp:txXfrm>
        <a:off x="5422106" y="2339975"/>
        <a:ext cx="3286125" cy="1971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2">
  <dgm:title val=""/>
  <dgm:desc val=""/>
  <dgm:catLst>
    <dgm:cat type="list" pri="6000"/>
    <dgm:cat type="relationship" pri="16000"/>
    <dgm:cat type="picture" pri="29000"/>
    <dgm:cat type="pictureconvert" pri="2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/>
    </dgm:varLst>
    <dgm:choose name="Name0">
      <dgm:if name="Name1" func="var" arg="dir" op="equ" val="norm">
        <dgm:alg type="lin">
          <dgm:param type="linDir" val="fromL"/>
          <dgm:param type="nodeVertAlign" val="t"/>
        </dgm:alg>
      </dgm:if>
      <dgm:else name="Name2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refType="h"/>
      <dgm:constr type="w" for="ch" forName="sibTrans" refType="w" refFor="ch" refForName="compositeNode" op="equ" fact="0.2"/>
      <dgm:constr type="h" for="des" forName="childNode" op="equ"/>
      <dgm:constr type="w" for="des" forName="childNode" op="equ"/>
      <dgm:constr type="w" for="des" forName="parentNode" op="equ"/>
      <dgm:constr type="h" for="des" forName="image" op="equ"/>
      <dgm:constr type="w" for="des" forName="image" op="equ"/>
      <dgm:constr type="primFontSz" for="des" forName="parentNode" op="equ" val="65"/>
      <dgm:constr type="primFontSz" for="des" forName="childNode" op="equ" val="65"/>
    </dgm:constrLst>
    <dgm:ruleLst/>
    <dgm:forEach name="Name3" axis="ch" ptType="node">
      <dgm:layoutNode name="compositeNode">
        <dgm:varLst>
          <dgm:bulletEnabled val="1"/>
        </dgm:varLst>
        <dgm:alg type="composite"/>
        <dgm:presOf/>
        <dgm:choose name="Name4">
          <dgm:if name="Name5" func="var" arg="dir" op="equ" val="norm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l" for="ch" forName="image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l" for="ch" forName="childNode" refType="w" refFor="ch" refForName="image" fact="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l" for="ch" forName="parentNode"/>
              <dgm:constr type="r" for="ch" forName="parentNode" refType="l" refFor="ch" refForName="childNode"/>
              <dgm:constr type="rMarg" for="ch" forName="parentNode" refType="w" refFor="ch" refForName="image" fact="1.25"/>
            </dgm:constrLst>
          </dgm:if>
          <dgm:else name="Name6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r" for="ch" forName="image" refType="w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r" for="ch" forName="childNode" refType="w"/>
              <dgm:constr type="rOff" for="ch" forName="childNode" refType="w" refFor="ch" refForName="image" fact="-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r" for="ch" forName="parentNode" refType="w"/>
              <dgm:constr type="l" for="ch" forName="parentNode" refType="r" refFor="ch" refForName="childNode"/>
              <dgm:constr type="lOff" for="ch" forName="parentNode" refType="rOff" refFor="ch" refForName="childNode"/>
              <dgm:constr type="lMarg" for="ch" forName="parentNode" refType="w" refFor="ch" refForName="image" fact="1.25"/>
            </dgm:constrLst>
          </dgm:else>
        </dgm:choose>
        <dgm:ruleLst>
          <dgm:rule type="w" for="ch" forName="childNode" val="NaN" fact="0.4" max="NaN"/>
          <dgm:rule type="h" for="ch" forName="childNode" val="NaN" fact="0.5" max="NaN"/>
        </dgm:ruleLst>
        <dgm:layoutNode name="image" styleLbl="fgImgPlace1">
          <dgm:alg type="sp"/>
          <dgm:shape xmlns:r="http://schemas.openxmlformats.org/officeDocument/2006/relationships" type="rect" r:blip="" zOrderOff="4" blipPhldr="1">
            <dgm:adjLst/>
          </dgm:shape>
          <dgm:presOf/>
          <dgm:constrLst/>
          <dgm:ruleLst/>
        </dgm:layoutNode>
        <dgm:layoutNode name="childNode" styleLbl="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 zOrderOff="2">
            <dgm:adjLst/>
          </dgm:shape>
          <dgm:presOf axis="des" ptType="node"/>
          <dgm:constrLst/>
          <dgm:ruleLst>
            <dgm:rule type="primFontSz" val="5" fact="NaN" max="NaN"/>
          </dgm:ruleLst>
        </dgm:layoutNode>
        <dgm:layoutNode name="parentNode" styleLbl="revTx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>
                <dgm:adjLst/>
              </dgm:shape>
              <dgm:presOf axis="self"/>
              <dgm:constrLst>
                <dgm:constr type="lMarg"/>
                <dgm:constr type="bMarg"/>
                <dgm:constr type="tMarg"/>
              </dgm:constrLst>
            </dgm:if>
            <dgm:else name="Name9">
              <dgm:alg type="tx">
                <dgm:param type="autoTxRot" val="grav"/>
                <dgm:param type="parTxLTRAlign" val="l"/>
                <dgm:param type="parTxRTLAlign" val="l"/>
              </dgm:alg>
              <dgm:shape xmlns:r="http://schemas.openxmlformats.org/officeDocument/2006/relationships" rot="90" type="rect" r:blip="">
                <dgm:adjLst/>
              </dgm:shape>
              <dgm:presOf axis="self"/>
              <dgm:constrLst>
                <dgm:constr type="rMarg"/>
                <dgm:constr type="bMarg"/>
                <dgm:constr type="tMarg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3DDCC7-FEDA-41F9-904F-895C2498DC83}" type="datetimeFigureOut">
              <a:rPr lang="en-US" smtClean="0"/>
              <a:pPr/>
              <a:t>5/6/2026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5C5383-4F5E-40F8-A9F1-E0F8AB5AED6C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60110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682354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18260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92256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1A1CC-9F4E-7CC4-0D1E-75CD80739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0A52E2-01E9-8EB1-C8D8-98F946213B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5877F6-429B-DB56-D704-58CCE54681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145EAF-7517-3D1E-77A8-8E6C94648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411589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199E4-1904-7080-0305-5D88C6C0E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5A8E8-7F75-2E80-693B-CBB9552957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D04E61-E9EA-78E8-FE60-437B71C6A0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43059-7718-7E92-97BC-0D924AF3E0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599383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289C0-C6D5-793C-C830-616EC109F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11382E-433E-39A2-0439-CD4E7DBAF3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B0E7DC-35B4-4C2A-FD73-7246EF2A71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485C4-F0DF-1F92-E6A8-07769C1F3C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951496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9FE70-CBC2-CC70-C550-B26FEE0A7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8A1976-6E71-EC1F-2FDF-8788AC9327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A47383-9166-C6DD-B827-1DFB89359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8A47C-B50D-69DE-C1A9-4D8FA7C14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42973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43D87-CDB1-0331-C8A5-D1B3211B1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BE2E4-3063-7D94-6458-890E1AEA7B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777B4E-79B1-A455-786F-426B784938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A96127-7FA6-BF2A-38FE-61D58452B7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1643809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465B1-D39B-41A5-E1A2-E832C1590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7FE14-A310-1EFB-D960-4F68969971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7727AE-5104-6E98-1836-8B1045F3E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BAAA-C3BA-8A71-B1ED-6BDDA4B080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76783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C5432-565C-00D5-81F0-4C1176CEA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D66D89-0D54-FEEB-96D1-FB813F25C9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50A41-F358-00DF-6F4D-829BE357E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53DD41-3775-8D9E-738E-324D396761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642619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CE1B5-EE7E-314E-B224-138F347C0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A9D8D4-7715-1143-1FAC-B0086B7B6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574F6A-A93C-193A-D1C0-7A9338271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75AE9-5730-1C14-D498-9B080438C6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645795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629E2-E040-0EBD-0B54-94763BB7D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94782-9804-9359-B776-02B6A4702F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065C63-8482-4B04-1E78-60FE706001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C2A5C0-9F90-3EBD-DEF0-AF79750249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06690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B9BBB-F3C8-18C8-F732-60DB577A8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4E0E0-7C9D-FAEC-CF83-451186A29C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EC8980-3422-AAE2-6F1B-293E362D38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2E5E9D-E09C-F3F8-2A8C-04C4C0DFCD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595281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518C8-B57A-FBBD-E167-42C83553A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BEBC31-3944-3C69-25F5-19EFC7CB0D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6B2B6-FF38-388D-B177-9F7F5F8B2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8E654-209F-DD75-3F06-F890F38508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1409343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98CF4-BC6D-B04B-6E61-1C522A053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C1BC17-653E-D9B6-9809-3948069184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113397-DE9E-079F-3037-245043A034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EB161E-8F19-B40A-75A5-A30DDD0E1A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95086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66AF1-966C-AE80-B2F3-394440B5E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3F0A8C-330B-27A8-A4E3-D55E6050FA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524352-43F8-938C-E1A1-05FE1B35DB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98416-C818-F417-29BC-0B9A62A534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474559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47EBB-B6D1-C4AD-D929-5874B4BB5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948F34-6E81-F0A4-8915-56A806DE0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3AFBDC-9277-20A4-4E24-B8C73DA68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841889-42B7-FE39-173C-4001D69ADE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378048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1086-D878-9E48-1365-05868F95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9BA950-D99E-E915-9D38-A89C6CD38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B7F2B3-B32C-4EBA-1807-F5256CD10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CD1A7-CD12-824A-6402-D5379970C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18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041369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68F68-2E95-97A2-9092-86BDE7FB4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D62C10-785A-B528-D865-FCA64D5CD2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274B48-D728-A7A8-17BB-3A580343E9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169DC-E4BF-87F9-41E9-0C9BEAB1E4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19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770378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08635-3E37-DC68-3405-F368A5D62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DF36D3-BA2E-CF83-C71A-BD9C4EC310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A26997-560D-977B-6FC7-7F9BFE4EC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30B43-9028-31C2-0B02-212A0E235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20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772658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F3E9A-8992-B36D-6804-D5D1FA14E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5941CC-94A5-2B1B-61C9-BA993CFDA4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60B1A3-3FA2-4E75-60B4-0D0589E7BF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9A4298-793D-B875-B814-596979D511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C5383-4F5E-40F8-A9F1-E0F8AB5AED6C}" type="slidenum">
              <a:rPr lang="en-MY" smtClean="0"/>
              <a:pPr/>
              <a:t>21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65903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E5A73-BF22-4307-845E-D4854A07FA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1107FC-A88D-4E00-9C1D-3B58A0540C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A0CD1-D390-480A-B451-965F59D13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BF4B9-5B67-43D2-AB79-763A78D7CC25}" type="datetime1">
              <a:rPr lang="en-MY" smtClean="0"/>
              <a:t>6/5/2026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E07DC0-814E-4BC0-BA34-A90BB02D2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8F7E38-89C4-4CD5-8E47-3D957153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85388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1DF3D-C671-425F-AC90-69D032FB5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C64F62-2CC4-4F68-8C92-459A471CA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CC132-CD4E-4ED3-816B-D46C07838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9CC8-F2E0-43A1-8A04-1CB70B099BBA}" type="datetime1">
              <a:rPr lang="en-MY" smtClean="0"/>
              <a:t>6/5/2026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7398A-80F5-437A-AADB-78B96BD7A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D981DF-FF1E-40FF-8200-C65E43F11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86718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A0FAA-22EE-4F16-9B82-6E6411B0D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7A4DDC-8FE3-46C1-94E5-D920402212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593470-5D98-4274-8FD5-DD6244A6A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3431B-0E57-4C45-B900-B14B950B2496}" type="datetime1">
              <a:rPr lang="en-MY" smtClean="0"/>
              <a:t>6/5/2026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D00EA-585A-45FE-8743-4FDBB71FB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BD0D1-5ECE-49B5-9566-5B4A14428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23048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8D323-BE5F-4B61-B5F0-0EFFDB333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1296E-23FD-4AEE-8B0B-F369BF07F0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9B8AD3-3462-47C4-9624-BF09B250DF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F23814-7B7A-4B55-B33B-8DD7D8949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2A40F-85D9-44BB-96ED-6BC2D3AA4D06}" type="datetime1">
              <a:rPr lang="en-MY" smtClean="0"/>
              <a:t>6/5/2026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BA2C6-CD16-4E17-AED3-84896A68A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21BD12-57FA-42AA-B637-7459A1F9A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536434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DD1B9-FE3E-4918-836E-5060EFDD8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EEDFE1-DB81-443C-9993-FA99F8A94E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6592FF-6F42-436B-A72C-4E647F109D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9AF150-42E2-4EFF-A82D-99B8359E6C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C0550A-DCAC-44D4-99DD-7EF6DE2830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AA5C8D-AD6B-41B8-BAE9-2F7638BC3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9E90C-7BA8-4E04-B62D-F75C7AC0E18F}" type="datetime1">
              <a:rPr lang="en-MY" smtClean="0"/>
              <a:t>6/5/2026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0CC1AA-B0CC-4B23-8FD9-FD05030C7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227EC0-6A7E-401D-AEB2-4E6955ECC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8772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7EB24-D591-46B3-B317-F36B57FF4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61ED96-E565-4EDC-B77E-4A226D0BF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1F63C9-362B-425D-8465-32D36511478B}" type="datetime1">
              <a:rPr lang="en-MY" smtClean="0"/>
              <a:t>6/5/2026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51608A-B8A7-4F2A-8320-1693E5F7E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D25C36-CD86-42CD-AF11-7A912D6AF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57863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C66D17-05DE-4A15-9A1E-BCFE3AF14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CD7BA-D552-497C-9B8E-46F86B3F7ED3}" type="datetime1">
              <a:rPr lang="en-MY" smtClean="0"/>
              <a:t>6/5/2026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A37EFA-73EF-4F17-B150-0368705E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6F7280-E89B-41EB-AE99-429E82808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12861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3CB89-F84D-483A-941C-169403C94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F1203-2FD8-41F0-86E8-E6242C971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BD2E98-9129-4DBE-A727-EB3ED2BE88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CBDD1-6772-42E3-888C-CA6EA8051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8120-AA77-4207-BB75-BB931DF1B870}" type="datetime1">
              <a:rPr lang="en-MY" smtClean="0"/>
              <a:t>6/5/2026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F37E2-971F-460C-BB8C-F03C04260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F8A7C2-D604-4CBF-893A-F88CEBBB1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3626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8B40B-A320-4CA1-A47C-E6CEE40FA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B0E14A-9F38-414D-9F32-056E4CB5B7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11954C-85F1-4DB0-A77B-8D163EA1CC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541ADC-FB42-430F-8242-932F15EC4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2AFC6-7B21-4057-8E2E-2D6263302875}" type="datetime1">
              <a:rPr lang="en-MY" smtClean="0"/>
              <a:t>6/5/2026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DE4D9C-0EE2-4DBE-A9E2-1587D51D9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8BFC84-A025-4E77-9DE8-318511DDA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513160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65293-29AE-40CA-8F10-6B83BB521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1E0F8E-A9F3-4F05-A035-063F7F80FF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615D2-D0B6-4F68-93B8-C5EC77F0F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558D1-3DB6-446E-8963-2F5075499E5D}" type="datetime1">
              <a:rPr lang="en-MY" smtClean="0"/>
              <a:t>6/5/2026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D7DE2-5DBC-4C3C-B6E1-5A5AAF620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4DB5CB-B5C7-4215-9DEC-DEE6A37B7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100497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8427DFF-B718-4A1A-BB2C-9C45292485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B300EE-8F83-44D5-92B6-CDAC44FB2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EEBB87-42B6-422E-8166-410B4AD4E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242A4-4E4B-420E-93EE-7676504ECF91}" type="datetime1">
              <a:rPr lang="en-MY" smtClean="0"/>
              <a:t>6/5/2026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71F83-1FA4-4B04-A6A2-43F27E40C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D15AC4-C2E2-4AD5-9F07-1C1249D3C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53185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52DCFC-E0DA-4B96-A223-30039631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2B7BD9-0839-4053-8D54-A153B416C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EE0C7-0350-4ADA-BB7E-F255B75ACE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942176-F4EA-4C8E-A2FA-DBB66BE2C112}" type="datetime1">
              <a:rPr lang="en-MY" smtClean="0"/>
              <a:t>6/5/2026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052E20-2616-44D5-BEA1-AE53509978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530572-CF51-4E6E-A581-77CDEA86C8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0BABC1-04C8-4496-87CC-8745EAB9250E}" type="slidenum">
              <a:rPr lang="en-MY" smtClean="0"/>
              <a:pPr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61007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48550/arXiv.2504.20103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8544A-5874-40D8-81BC-2FEA00291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1</a:t>
            </a:fld>
            <a:endParaRPr lang="en-MY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D401E8F-E957-458C-AA91-ABE3C5227A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8330" y="-94887"/>
            <a:ext cx="12185944" cy="68294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58B03E-2FA5-49AE-8167-43B55F3AC698}"/>
              </a:ext>
            </a:extLst>
          </p:cNvPr>
          <p:cNvSpPr txBox="1"/>
          <p:nvPr/>
        </p:nvSpPr>
        <p:spPr>
          <a:xfrm>
            <a:off x="4758430" y="136525"/>
            <a:ext cx="54562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9CC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masis MT Pro Medium" panose="02040604050005020304" pitchFamily="18" charset="0"/>
              </a:rPr>
              <a:t>SCHOOL OF COMPUTER SCIENCES</a:t>
            </a:r>
          </a:p>
          <a:p>
            <a:r>
              <a:rPr lang="en-US" dirty="0">
                <a:latin typeface="Amasis MT Pro Medium" panose="02040604050005020304" pitchFamily="18" charset="0"/>
              </a:rPr>
              <a:t>RESEARCH PROPOSAL [SEMESTER 2 2025/2026]</a:t>
            </a:r>
          </a:p>
        </p:txBody>
      </p:sp>
      <p:sp>
        <p:nvSpPr>
          <p:cNvPr id="10" name="object 9">
            <a:extLst>
              <a:ext uri="{FF2B5EF4-FFF2-40B4-BE49-F238E27FC236}">
                <a16:creationId xmlns:a16="http://schemas.microsoft.com/office/drawing/2014/main" id="{6D1EFA20-54C8-403F-A43D-F7BBF114D74C}"/>
              </a:ext>
            </a:extLst>
          </p:cNvPr>
          <p:cNvSpPr txBox="1"/>
          <p:nvPr/>
        </p:nvSpPr>
        <p:spPr>
          <a:xfrm>
            <a:off x="288758" y="1455820"/>
            <a:ext cx="11875793" cy="5265655"/>
          </a:xfrm>
          <a:prstGeom prst="rect">
            <a:avLst/>
          </a:prstGeom>
        </p:spPr>
        <p:txBody>
          <a:bodyPr wrap="square" lIns="0" tIns="17526" rIns="0" bIns="0" rtlCol="0">
            <a:noAutofit/>
          </a:bodyPr>
          <a:lstStyle/>
          <a:p>
            <a:pPr algn="ctr"/>
            <a:r>
              <a:rPr lang="en-US" sz="3200" b="1" spc="-5" dirty="0">
                <a:latin typeface="Times New Roman"/>
                <a:cs typeface="Times New Roman"/>
              </a:rPr>
              <a:t>Enhanced Drug-Target Interaction Prediction Through Hybrid Deep Learning Approaches</a:t>
            </a:r>
          </a:p>
          <a:p>
            <a:pPr algn="ctr"/>
            <a:endParaRPr lang="en-US" sz="3200" b="1" spc="-5" dirty="0">
              <a:latin typeface="Times New Roman"/>
              <a:cs typeface="Times New Roman"/>
            </a:endParaRPr>
          </a:p>
          <a:p>
            <a:pPr algn="ctr"/>
            <a:endParaRPr lang="en-US" sz="3200" b="1" spc="-5" dirty="0">
              <a:latin typeface="Times New Roman"/>
              <a:cs typeface="Times New Roman"/>
            </a:endParaRPr>
          </a:p>
          <a:p>
            <a:pPr marL="75022" marR="92858" lvl="0" algn="ctr">
              <a:lnSpc>
                <a:spcPts val="2345"/>
              </a:lnSpc>
            </a:pPr>
            <a:r>
              <a:rPr lang="en-US" sz="2200" b="1" spc="-14" dirty="0">
                <a:solidFill>
                  <a:prstClr val="black"/>
                </a:solidFill>
                <a:latin typeface="Times New Roman"/>
                <a:cs typeface="Times New Roman"/>
              </a:rPr>
              <a:t>PRESENTER: </a:t>
            </a:r>
            <a:r>
              <a:rPr lang="en-US" sz="2800" b="1" spc="-5" dirty="0">
                <a:solidFill>
                  <a:prstClr val="black"/>
                </a:solidFill>
                <a:latin typeface="Times New Roman"/>
                <a:cs typeface="Times New Roman"/>
              </a:rPr>
              <a:t>Jamila Abdul-Hadi </a:t>
            </a:r>
          </a:p>
          <a:p>
            <a:pPr marL="75022" marR="92858" lvl="0" algn="ctr">
              <a:lnSpc>
                <a:spcPts val="2345"/>
              </a:lnSpc>
            </a:pPr>
            <a:r>
              <a:rPr lang="en-US" sz="2200" b="1" dirty="0">
                <a:solidFill>
                  <a:prstClr val="black"/>
                </a:solidFill>
                <a:latin typeface="Times New Roman"/>
                <a:cs typeface="Times New Roman"/>
              </a:rPr>
              <a:t>MATRIC NUMBER: </a:t>
            </a:r>
            <a:r>
              <a:rPr lang="en-US" sz="2800" b="1" spc="-5" dirty="0">
                <a:solidFill>
                  <a:prstClr val="black"/>
                </a:solidFill>
                <a:latin typeface="Times New Roman"/>
                <a:cs typeface="Times New Roman"/>
              </a:rPr>
              <a:t>24100625</a:t>
            </a:r>
          </a:p>
          <a:p>
            <a:pPr marL="12700" algn="ctr">
              <a:lnSpc>
                <a:spcPts val="2760"/>
              </a:lnSpc>
            </a:pPr>
            <a:endParaRPr lang="en-US" sz="2200" b="1" spc="-5" dirty="0">
              <a:latin typeface="Times New Roman"/>
              <a:cs typeface="Times New Roman"/>
            </a:endParaRPr>
          </a:p>
          <a:p>
            <a:pPr marL="165984" marR="116853" algn="ctr">
              <a:lnSpc>
                <a:spcPts val="2345"/>
              </a:lnSpc>
            </a:pPr>
            <a:r>
              <a:rPr lang="en-US" sz="2200" b="1" spc="-22" dirty="0">
                <a:latin typeface="Times New Roman"/>
                <a:cs typeface="Times New Roman"/>
              </a:rPr>
              <a:t>SUPERVISOR:  </a:t>
            </a:r>
          </a:p>
          <a:p>
            <a:pPr marL="165984" marR="116853" algn="ctr">
              <a:lnSpc>
                <a:spcPts val="2345"/>
              </a:lnSpc>
            </a:pPr>
            <a:r>
              <a:rPr lang="en-US" sz="2800" b="1" spc="-5" dirty="0">
                <a:latin typeface="Times New Roman"/>
                <a:cs typeface="Times New Roman"/>
              </a:rPr>
              <a:t>Assoc. Prof. Dr. Nurul Hashimah Ahamed Hassain Malim</a:t>
            </a:r>
          </a:p>
          <a:p>
            <a:pPr marL="75022" marR="92858" algn="ctr">
              <a:lnSpc>
                <a:spcPts val="2345"/>
              </a:lnSpc>
              <a:spcBef>
                <a:spcPts val="647"/>
              </a:spcBef>
            </a:pPr>
            <a:endParaRPr lang="en-US" sz="2200" b="1" spc="-5" dirty="0">
              <a:latin typeface="Times New Roman"/>
              <a:cs typeface="Times New Roman"/>
            </a:endParaRPr>
          </a:p>
          <a:p>
            <a:pPr algn="ctr">
              <a:lnSpc>
                <a:spcPct val="95825"/>
              </a:lnSpc>
              <a:spcBef>
                <a:spcPts val="647"/>
              </a:spcBef>
            </a:pPr>
            <a:r>
              <a:rPr lang="en-US" sz="2200" b="1" spc="-11" dirty="0">
                <a:latin typeface="Times New Roman"/>
                <a:cs typeface="Times New Roman"/>
              </a:rPr>
              <a:t>PROGRAM: PhD 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11" name="object 8">
            <a:extLst>
              <a:ext uri="{FF2B5EF4-FFF2-40B4-BE49-F238E27FC236}">
                <a16:creationId xmlns:a16="http://schemas.microsoft.com/office/drawing/2014/main" id="{939F9AAB-7750-4211-9A06-31B3D1878BA2}"/>
              </a:ext>
            </a:extLst>
          </p:cNvPr>
          <p:cNvSpPr txBox="1"/>
          <p:nvPr/>
        </p:nvSpPr>
        <p:spPr>
          <a:xfrm>
            <a:off x="1447846" y="1928855"/>
            <a:ext cx="2189553" cy="712611"/>
          </a:xfrm>
          <a:prstGeom prst="rect">
            <a:avLst/>
          </a:prstGeom>
        </p:spPr>
        <p:txBody>
          <a:bodyPr wrap="square" lIns="0" tIns="17526" rIns="0" bIns="0" rtlCol="0">
            <a:noAutofit/>
          </a:bodyPr>
          <a:lstStyle/>
          <a:p>
            <a:pPr marL="12700">
              <a:lnSpc>
                <a:spcPts val="2760"/>
              </a:lnSpc>
            </a:pPr>
            <a:endParaRPr sz="2600" dirty="0">
              <a:latin typeface="Times New Roman"/>
              <a:cs typeface="Times New Roman"/>
            </a:endParaRPr>
          </a:p>
        </p:txBody>
      </p:sp>
      <p:sp>
        <p:nvSpPr>
          <p:cNvPr id="17" name="object 2">
            <a:extLst>
              <a:ext uri="{FF2B5EF4-FFF2-40B4-BE49-F238E27FC236}">
                <a16:creationId xmlns:a16="http://schemas.microsoft.com/office/drawing/2014/main" id="{C9015615-1747-43A3-BCDC-97407FC299D5}"/>
              </a:ext>
            </a:extLst>
          </p:cNvPr>
          <p:cNvSpPr txBox="1"/>
          <p:nvPr/>
        </p:nvSpPr>
        <p:spPr>
          <a:xfrm>
            <a:off x="5002671" y="4524748"/>
            <a:ext cx="2137816" cy="722703"/>
          </a:xfrm>
          <a:prstGeom prst="rect">
            <a:avLst/>
          </a:prstGeom>
        </p:spPr>
        <p:txBody>
          <a:bodyPr wrap="square" lIns="0" tIns="14890" rIns="0" bIns="0" rtlCol="0">
            <a:noAutofit/>
          </a:bodyPr>
          <a:lstStyle/>
          <a:p>
            <a:pPr marL="165984" marR="116853" algn="ctr">
              <a:lnSpc>
                <a:spcPts val="2345"/>
              </a:lnSpc>
            </a:pPr>
            <a:endParaRPr sz="22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3272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24D50-7ED7-B92A-670A-50E9D4DEA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8BD2FE-9558-5834-CB4C-FBCA4641E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>
                <a:solidFill>
                  <a:prstClr val="black">
                    <a:tint val="75000"/>
                  </a:prstClr>
                </a:solidFill>
              </a:rPr>
              <a:pPr/>
              <a:t>2</a:t>
            </a:fld>
            <a:endParaRPr lang="en-MY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0D7E89-6A8C-6264-EE79-6B05C2917C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456"/>
            <a:ext cx="12196115" cy="6851944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18" name="object 30">
            <a:extLst>
              <a:ext uri="{FF2B5EF4-FFF2-40B4-BE49-F238E27FC236}">
                <a16:creationId xmlns:a16="http://schemas.microsoft.com/office/drawing/2014/main" id="{3C8417F5-86E7-18F0-F64E-5C915D061A34}"/>
              </a:ext>
            </a:extLst>
          </p:cNvPr>
          <p:cNvSpPr/>
          <p:nvPr/>
        </p:nvSpPr>
        <p:spPr>
          <a:xfrm>
            <a:off x="6007923" y="4182761"/>
            <a:ext cx="719328" cy="720851"/>
          </a:xfrm>
          <a:custGeom>
            <a:avLst/>
            <a:gdLst/>
            <a:ahLst/>
            <a:cxnLst/>
            <a:rect l="l" t="t" r="r" b="b"/>
            <a:pathLst>
              <a:path w="719327" h="720851">
                <a:moveTo>
                  <a:pt x="0" y="360425"/>
                </a:moveTo>
                <a:lnTo>
                  <a:pt x="359664" y="0"/>
                </a:lnTo>
                <a:lnTo>
                  <a:pt x="719328" y="360425"/>
                </a:lnTo>
                <a:lnTo>
                  <a:pt x="359664" y="720851"/>
                </a:lnTo>
                <a:lnTo>
                  <a:pt x="0" y="360425"/>
                </a:lnTo>
                <a:close/>
              </a:path>
            </a:pathLst>
          </a:custGeom>
          <a:ln w="12700">
            <a:solidFill>
              <a:srgbClr val="EBDAFA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>
              <a:solidFill>
                <a:prstClr val="black"/>
              </a:solidFill>
            </a:endParaRPr>
          </a:p>
        </p:txBody>
      </p:sp>
      <p:sp>
        <p:nvSpPr>
          <p:cNvPr id="21" name="object 16">
            <a:extLst>
              <a:ext uri="{FF2B5EF4-FFF2-40B4-BE49-F238E27FC236}">
                <a16:creationId xmlns:a16="http://schemas.microsoft.com/office/drawing/2014/main" id="{5F44683E-80AD-57C5-E9E1-5B1C23509C15}"/>
              </a:ext>
            </a:extLst>
          </p:cNvPr>
          <p:cNvSpPr txBox="1"/>
          <p:nvPr/>
        </p:nvSpPr>
        <p:spPr>
          <a:xfrm>
            <a:off x="1302255" y="1896058"/>
            <a:ext cx="289890" cy="432308"/>
          </a:xfrm>
          <a:prstGeom prst="rect">
            <a:avLst/>
          </a:prstGeom>
        </p:spPr>
        <p:txBody>
          <a:bodyPr wrap="square" lIns="0" tIns="21399" rIns="0" bIns="0" rtlCol="0">
            <a:noAutofit/>
          </a:bodyPr>
          <a:lstStyle/>
          <a:p>
            <a:pPr marL="12700">
              <a:lnSpc>
                <a:spcPts val="3370"/>
              </a:lnSpc>
            </a:pPr>
            <a:endParaRPr sz="3200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sp>
        <p:nvSpPr>
          <p:cNvPr id="22" name="object 15">
            <a:extLst>
              <a:ext uri="{FF2B5EF4-FFF2-40B4-BE49-F238E27FC236}">
                <a16:creationId xmlns:a16="http://schemas.microsoft.com/office/drawing/2014/main" id="{10DAD1B8-3736-D6BE-AFD8-2A381FD52822}"/>
              </a:ext>
            </a:extLst>
          </p:cNvPr>
          <p:cNvSpPr txBox="1"/>
          <p:nvPr/>
        </p:nvSpPr>
        <p:spPr>
          <a:xfrm>
            <a:off x="6253641" y="1896058"/>
            <a:ext cx="289890" cy="432308"/>
          </a:xfrm>
          <a:prstGeom prst="rect">
            <a:avLst/>
          </a:prstGeom>
        </p:spPr>
        <p:txBody>
          <a:bodyPr wrap="square" lIns="0" tIns="21399" rIns="0" bIns="0" rtlCol="0">
            <a:noAutofit/>
          </a:bodyPr>
          <a:lstStyle/>
          <a:p>
            <a:pPr marL="12700">
              <a:lnSpc>
                <a:spcPts val="3370"/>
              </a:lnSpc>
            </a:pPr>
            <a:r>
              <a:rPr sz="3200" b="1" dirty="0">
                <a:solidFill>
                  <a:srgbClr val="FFFFFF"/>
                </a:solidFill>
                <a:latin typeface="Times New Roman"/>
                <a:cs typeface="Times New Roman"/>
              </a:rPr>
              <a:t>5</a:t>
            </a:r>
            <a:endParaRPr sz="320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sp>
        <p:nvSpPr>
          <p:cNvPr id="23" name="object 14">
            <a:extLst>
              <a:ext uri="{FF2B5EF4-FFF2-40B4-BE49-F238E27FC236}">
                <a16:creationId xmlns:a16="http://schemas.microsoft.com/office/drawing/2014/main" id="{C33F6523-E197-1C86-490D-149A096E5204}"/>
              </a:ext>
            </a:extLst>
          </p:cNvPr>
          <p:cNvSpPr txBox="1"/>
          <p:nvPr/>
        </p:nvSpPr>
        <p:spPr>
          <a:xfrm>
            <a:off x="2046902" y="1910181"/>
            <a:ext cx="3533500" cy="330200"/>
          </a:xfrm>
          <a:prstGeom prst="rect">
            <a:avLst/>
          </a:prstGeom>
        </p:spPr>
        <p:txBody>
          <a:bodyPr wrap="square" lIns="0" tIns="16192" rIns="0" bIns="0" rtlCol="0">
            <a:noAutofit/>
          </a:bodyPr>
          <a:lstStyle/>
          <a:p>
            <a:pPr marL="12700">
              <a:lnSpc>
                <a:spcPts val="2550"/>
              </a:lnSpc>
            </a:pPr>
            <a:r>
              <a:rPr lang="en-US" sz="2400" spc="-1" dirty="0">
                <a:solidFill>
                  <a:prstClr val="black"/>
                </a:solidFill>
                <a:latin typeface="Times New Roman"/>
                <a:cs typeface="Times New Roman"/>
              </a:rPr>
              <a:t>Introduction &amp; Background</a:t>
            </a:r>
            <a:endParaRPr sz="2400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sp>
        <p:nvSpPr>
          <p:cNvPr id="24" name="object 12">
            <a:extLst>
              <a:ext uri="{FF2B5EF4-FFF2-40B4-BE49-F238E27FC236}">
                <a16:creationId xmlns:a16="http://schemas.microsoft.com/office/drawing/2014/main" id="{1C11CEF2-4486-2376-082C-467AE331B545}"/>
              </a:ext>
            </a:extLst>
          </p:cNvPr>
          <p:cNvSpPr txBox="1"/>
          <p:nvPr/>
        </p:nvSpPr>
        <p:spPr>
          <a:xfrm>
            <a:off x="1302255" y="3124115"/>
            <a:ext cx="289890" cy="432308"/>
          </a:xfrm>
          <a:prstGeom prst="rect">
            <a:avLst/>
          </a:prstGeom>
        </p:spPr>
        <p:txBody>
          <a:bodyPr wrap="square" lIns="0" tIns="21399" rIns="0" bIns="0" rtlCol="0">
            <a:noAutofit/>
          </a:bodyPr>
          <a:lstStyle/>
          <a:p>
            <a:pPr marL="12700">
              <a:lnSpc>
                <a:spcPts val="3370"/>
              </a:lnSpc>
            </a:pPr>
            <a:r>
              <a:rPr sz="3200" b="1" dirty="0">
                <a:solidFill>
                  <a:srgbClr val="FFFFFF"/>
                </a:solidFill>
                <a:latin typeface="Times New Roman"/>
                <a:cs typeface="Times New Roman"/>
              </a:rPr>
              <a:t>2</a:t>
            </a:r>
            <a:endParaRPr sz="3200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sp>
        <p:nvSpPr>
          <p:cNvPr id="25" name="object 11">
            <a:extLst>
              <a:ext uri="{FF2B5EF4-FFF2-40B4-BE49-F238E27FC236}">
                <a16:creationId xmlns:a16="http://schemas.microsoft.com/office/drawing/2014/main" id="{1618F7B6-46F5-9479-9F68-DE0F268004B7}"/>
              </a:ext>
            </a:extLst>
          </p:cNvPr>
          <p:cNvSpPr txBox="1"/>
          <p:nvPr/>
        </p:nvSpPr>
        <p:spPr>
          <a:xfrm>
            <a:off x="6253641" y="3124115"/>
            <a:ext cx="289890" cy="432308"/>
          </a:xfrm>
          <a:prstGeom prst="rect">
            <a:avLst/>
          </a:prstGeom>
        </p:spPr>
        <p:txBody>
          <a:bodyPr wrap="square" lIns="0" tIns="21399" rIns="0" bIns="0" rtlCol="0">
            <a:noAutofit/>
          </a:bodyPr>
          <a:lstStyle/>
          <a:p>
            <a:pPr marL="12700">
              <a:lnSpc>
                <a:spcPts val="3370"/>
              </a:lnSpc>
            </a:pPr>
            <a:r>
              <a:rPr sz="3200" b="1" dirty="0">
                <a:solidFill>
                  <a:srgbClr val="FFFFFF"/>
                </a:solidFill>
                <a:latin typeface="Times New Roman"/>
                <a:cs typeface="Times New Roman"/>
              </a:rPr>
              <a:t>6</a:t>
            </a:r>
            <a:endParaRPr sz="3200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sp>
        <p:nvSpPr>
          <p:cNvPr id="26" name="object 10">
            <a:extLst>
              <a:ext uri="{FF2B5EF4-FFF2-40B4-BE49-F238E27FC236}">
                <a16:creationId xmlns:a16="http://schemas.microsoft.com/office/drawing/2014/main" id="{9303A671-1026-7BBB-933A-B9AF3FAAFA82}"/>
              </a:ext>
            </a:extLst>
          </p:cNvPr>
          <p:cNvSpPr txBox="1"/>
          <p:nvPr/>
        </p:nvSpPr>
        <p:spPr>
          <a:xfrm>
            <a:off x="2046902" y="3165946"/>
            <a:ext cx="2397576" cy="330200"/>
          </a:xfrm>
          <a:prstGeom prst="rect">
            <a:avLst/>
          </a:prstGeom>
        </p:spPr>
        <p:txBody>
          <a:bodyPr wrap="square" lIns="0" tIns="16192" rIns="0" bIns="0" rtlCol="0">
            <a:noAutofit/>
          </a:bodyPr>
          <a:lstStyle/>
          <a:p>
            <a:pPr marL="12700">
              <a:lnSpc>
                <a:spcPts val="2550"/>
              </a:lnSpc>
            </a:pPr>
            <a:r>
              <a:rPr lang="en-US" sz="2400" spc="-1" dirty="0">
                <a:solidFill>
                  <a:prstClr val="black"/>
                </a:solidFill>
                <a:latin typeface="Times New Roman"/>
                <a:cs typeface="Times New Roman"/>
              </a:rPr>
              <a:t>Problem Statement</a:t>
            </a:r>
            <a:endParaRPr sz="2400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sp>
        <p:nvSpPr>
          <p:cNvPr id="27" name="object 9">
            <a:extLst>
              <a:ext uri="{FF2B5EF4-FFF2-40B4-BE49-F238E27FC236}">
                <a16:creationId xmlns:a16="http://schemas.microsoft.com/office/drawing/2014/main" id="{D0BB18CC-BC1C-F312-618D-00CF56CC4158}"/>
              </a:ext>
            </a:extLst>
          </p:cNvPr>
          <p:cNvSpPr txBox="1"/>
          <p:nvPr/>
        </p:nvSpPr>
        <p:spPr>
          <a:xfrm>
            <a:off x="6998285" y="3138228"/>
            <a:ext cx="4621059" cy="330200"/>
          </a:xfrm>
          <a:prstGeom prst="rect">
            <a:avLst/>
          </a:prstGeom>
        </p:spPr>
        <p:txBody>
          <a:bodyPr wrap="square" lIns="0" tIns="16192" rIns="0" bIns="0" rtlCol="0">
            <a:noAutofit/>
          </a:bodyPr>
          <a:lstStyle/>
          <a:p>
            <a:pPr marL="12700">
              <a:lnSpc>
                <a:spcPts val="2550"/>
              </a:lnSpc>
            </a:pPr>
            <a:r>
              <a:rPr lang="en-US" sz="2400" spc="-9" dirty="0">
                <a:solidFill>
                  <a:prstClr val="black"/>
                </a:solidFill>
                <a:latin typeface="Times New Roman"/>
                <a:cs typeface="Times New Roman"/>
              </a:rPr>
              <a:t>Methodology, Timeline &amp; Milestones</a:t>
            </a:r>
          </a:p>
        </p:txBody>
      </p:sp>
      <p:sp>
        <p:nvSpPr>
          <p:cNvPr id="28" name="object 7">
            <a:extLst>
              <a:ext uri="{FF2B5EF4-FFF2-40B4-BE49-F238E27FC236}">
                <a16:creationId xmlns:a16="http://schemas.microsoft.com/office/drawing/2014/main" id="{92790B08-7F02-7A77-88BC-D8CD5773BDC0}"/>
              </a:ext>
            </a:extLst>
          </p:cNvPr>
          <p:cNvSpPr txBox="1"/>
          <p:nvPr/>
        </p:nvSpPr>
        <p:spPr>
          <a:xfrm>
            <a:off x="1302255" y="4352173"/>
            <a:ext cx="289890" cy="432307"/>
          </a:xfrm>
          <a:prstGeom prst="rect">
            <a:avLst/>
          </a:prstGeom>
        </p:spPr>
        <p:txBody>
          <a:bodyPr wrap="square" lIns="0" tIns="21399" rIns="0" bIns="0" rtlCol="0">
            <a:noAutofit/>
          </a:bodyPr>
          <a:lstStyle/>
          <a:p>
            <a:pPr marL="12700">
              <a:lnSpc>
                <a:spcPts val="3370"/>
              </a:lnSpc>
            </a:pPr>
            <a:r>
              <a:rPr sz="3200" b="1" dirty="0">
                <a:solidFill>
                  <a:srgbClr val="FFFFFF"/>
                </a:solidFill>
                <a:latin typeface="Times New Roman"/>
                <a:cs typeface="Times New Roman"/>
              </a:rPr>
              <a:t>3</a:t>
            </a:r>
            <a:endParaRPr sz="3200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sp>
        <p:nvSpPr>
          <p:cNvPr id="29" name="object 6">
            <a:extLst>
              <a:ext uri="{FF2B5EF4-FFF2-40B4-BE49-F238E27FC236}">
                <a16:creationId xmlns:a16="http://schemas.microsoft.com/office/drawing/2014/main" id="{50C9943E-CF84-F9F0-978B-EAF87CBBB294}"/>
              </a:ext>
            </a:extLst>
          </p:cNvPr>
          <p:cNvSpPr txBox="1"/>
          <p:nvPr/>
        </p:nvSpPr>
        <p:spPr>
          <a:xfrm>
            <a:off x="6253641" y="4352173"/>
            <a:ext cx="289890" cy="432307"/>
          </a:xfrm>
          <a:prstGeom prst="rect">
            <a:avLst/>
          </a:prstGeom>
        </p:spPr>
        <p:txBody>
          <a:bodyPr wrap="square" lIns="0" tIns="21399" rIns="0" bIns="0" rtlCol="0">
            <a:noAutofit/>
          </a:bodyPr>
          <a:lstStyle/>
          <a:p>
            <a:pPr marL="12700">
              <a:lnSpc>
                <a:spcPts val="3370"/>
              </a:lnSpc>
            </a:pPr>
            <a:r>
              <a:rPr sz="3200" b="1" dirty="0">
                <a:solidFill>
                  <a:srgbClr val="FFFFFF"/>
                </a:solidFill>
                <a:latin typeface="Times New Roman"/>
                <a:cs typeface="Times New Roman"/>
              </a:rPr>
              <a:t>7</a:t>
            </a:r>
            <a:endParaRPr sz="3200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sp>
        <p:nvSpPr>
          <p:cNvPr id="30" name="object 5">
            <a:extLst>
              <a:ext uri="{FF2B5EF4-FFF2-40B4-BE49-F238E27FC236}">
                <a16:creationId xmlns:a16="http://schemas.microsoft.com/office/drawing/2014/main" id="{3501462D-A571-31B2-0880-699E3A8891C4}"/>
              </a:ext>
            </a:extLst>
          </p:cNvPr>
          <p:cNvSpPr txBox="1"/>
          <p:nvPr/>
        </p:nvSpPr>
        <p:spPr>
          <a:xfrm>
            <a:off x="2046902" y="4394004"/>
            <a:ext cx="2568927" cy="330200"/>
          </a:xfrm>
          <a:prstGeom prst="rect">
            <a:avLst/>
          </a:prstGeom>
        </p:spPr>
        <p:txBody>
          <a:bodyPr wrap="square" lIns="0" tIns="16192" rIns="0" bIns="0" rtlCol="0">
            <a:noAutofit/>
          </a:bodyPr>
          <a:lstStyle/>
          <a:p>
            <a:pPr marL="12700">
              <a:lnSpc>
                <a:spcPts val="2550"/>
              </a:lnSpc>
            </a:pPr>
            <a:r>
              <a:rPr lang="en-US" sz="2400" dirty="0">
                <a:solidFill>
                  <a:prstClr val="black"/>
                </a:solidFill>
                <a:latin typeface="Times New Roman"/>
                <a:cs typeface="Times New Roman"/>
              </a:rPr>
              <a:t>Objectives</a:t>
            </a:r>
            <a:endParaRPr sz="2400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sp>
        <p:nvSpPr>
          <p:cNvPr id="31" name="object 4">
            <a:extLst>
              <a:ext uri="{FF2B5EF4-FFF2-40B4-BE49-F238E27FC236}">
                <a16:creationId xmlns:a16="http://schemas.microsoft.com/office/drawing/2014/main" id="{86C76456-FC3C-278A-4473-1E2C7D5B4CB1}"/>
              </a:ext>
            </a:extLst>
          </p:cNvPr>
          <p:cNvSpPr txBox="1"/>
          <p:nvPr/>
        </p:nvSpPr>
        <p:spPr>
          <a:xfrm>
            <a:off x="6892921" y="5589480"/>
            <a:ext cx="1425911" cy="330200"/>
          </a:xfrm>
          <a:prstGeom prst="rect">
            <a:avLst/>
          </a:prstGeom>
        </p:spPr>
        <p:txBody>
          <a:bodyPr wrap="square" lIns="0" tIns="16192" rIns="0" bIns="0" rtlCol="0">
            <a:noAutofit/>
          </a:bodyPr>
          <a:lstStyle/>
          <a:p>
            <a:pPr marL="12700">
              <a:lnSpc>
                <a:spcPts val="2550"/>
              </a:lnSpc>
            </a:pPr>
            <a:r>
              <a:rPr sz="2400" dirty="0">
                <a:solidFill>
                  <a:prstClr val="black"/>
                </a:solidFill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32" name="object 3">
            <a:extLst>
              <a:ext uri="{FF2B5EF4-FFF2-40B4-BE49-F238E27FC236}">
                <a16:creationId xmlns:a16="http://schemas.microsoft.com/office/drawing/2014/main" id="{4E793998-9DDE-880D-5EE6-6F1821716775}"/>
              </a:ext>
            </a:extLst>
          </p:cNvPr>
          <p:cNvSpPr txBox="1"/>
          <p:nvPr/>
        </p:nvSpPr>
        <p:spPr>
          <a:xfrm>
            <a:off x="1302255" y="5580231"/>
            <a:ext cx="289890" cy="432307"/>
          </a:xfrm>
          <a:prstGeom prst="rect">
            <a:avLst/>
          </a:prstGeom>
        </p:spPr>
        <p:txBody>
          <a:bodyPr wrap="square" lIns="0" tIns="21399" rIns="0" bIns="0" rtlCol="0">
            <a:noAutofit/>
          </a:bodyPr>
          <a:lstStyle/>
          <a:p>
            <a:pPr marL="12700">
              <a:lnSpc>
                <a:spcPts val="3370"/>
              </a:lnSpc>
            </a:pPr>
            <a:r>
              <a:rPr sz="3200" b="1" dirty="0">
                <a:solidFill>
                  <a:srgbClr val="FFFFFF"/>
                </a:solidFill>
                <a:latin typeface="Times New Roman"/>
                <a:cs typeface="Times New Roman"/>
              </a:rPr>
              <a:t>4</a:t>
            </a:r>
            <a:endParaRPr sz="3200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sp>
        <p:nvSpPr>
          <p:cNvPr id="33" name="object 2">
            <a:extLst>
              <a:ext uri="{FF2B5EF4-FFF2-40B4-BE49-F238E27FC236}">
                <a16:creationId xmlns:a16="http://schemas.microsoft.com/office/drawing/2014/main" id="{73FC21D0-0961-10DC-D3A0-FD8477C6D11D}"/>
              </a:ext>
            </a:extLst>
          </p:cNvPr>
          <p:cNvSpPr txBox="1"/>
          <p:nvPr/>
        </p:nvSpPr>
        <p:spPr>
          <a:xfrm>
            <a:off x="2046902" y="5622062"/>
            <a:ext cx="2394964" cy="330200"/>
          </a:xfrm>
          <a:prstGeom prst="rect">
            <a:avLst/>
          </a:prstGeom>
        </p:spPr>
        <p:txBody>
          <a:bodyPr wrap="square" lIns="0" tIns="16192" rIns="0" bIns="0" rtlCol="0">
            <a:noAutofit/>
          </a:bodyPr>
          <a:lstStyle/>
          <a:p>
            <a:pPr marL="12700">
              <a:lnSpc>
                <a:spcPts val="2550"/>
              </a:lnSpc>
            </a:pPr>
            <a:r>
              <a:rPr lang="en-US" sz="2400" dirty="0">
                <a:solidFill>
                  <a:prstClr val="black"/>
                </a:solidFill>
                <a:latin typeface="Times New Roman"/>
                <a:cs typeface="Times New Roman"/>
              </a:rPr>
              <a:t>Scope</a:t>
            </a:r>
            <a:endParaRPr sz="2400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sp>
        <p:nvSpPr>
          <p:cNvPr id="34" name="object 17">
            <a:extLst>
              <a:ext uri="{FF2B5EF4-FFF2-40B4-BE49-F238E27FC236}">
                <a16:creationId xmlns:a16="http://schemas.microsoft.com/office/drawing/2014/main" id="{E1F1E202-9382-D2BD-BCBE-F4B0CC812590}"/>
              </a:ext>
            </a:extLst>
          </p:cNvPr>
          <p:cNvSpPr txBox="1"/>
          <p:nvPr/>
        </p:nvSpPr>
        <p:spPr>
          <a:xfrm>
            <a:off x="4402216" y="345614"/>
            <a:ext cx="6317414" cy="482600"/>
          </a:xfrm>
          <a:prstGeom prst="rect">
            <a:avLst/>
          </a:prstGeom>
        </p:spPr>
        <p:txBody>
          <a:bodyPr wrap="square" lIns="0" tIns="23971" rIns="0" bIns="0" rtlCol="0">
            <a:noAutofit/>
          </a:bodyPr>
          <a:lstStyle/>
          <a:p>
            <a:pPr marL="12700">
              <a:lnSpc>
                <a:spcPts val="3775"/>
              </a:lnSpc>
            </a:pPr>
            <a:r>
              <a:rPr sz="2800" b="1" spc="-3" dirty="0">
                <a:solidFill>
                  <a:schemeClr val="accent2">
                    <a:lumMod val="50000"/>
                  </a:schemeClr>
                </a:solidFill>
                <a:latin typeface="Times New Roman"/>
                <a:cs typeface="Times New Roman"/>
              </a:rPr>
              <a:t>Presentation Outline</a:t>
            </a:r>
            <a:endParaRPr sz="2800" dirty="0">
              <a:solidFill>
                <a:schemeClr val="accent2">
                  <a:lumMod val="50000"/>
                </a:schemeClr>
              </a:solidFill>
              <a:latin typeface="Times New Roman"/>
              <a:cs typeface="Times New Roman"/>
            </a:endParaRPr>
          </a:p>
        </p:txBody>
      </p:sp>
      <p:sp>
        <p:nvSpPr>
          <p:cNvPr id="35" name="object 9">
            <a:extLst>
              <a:ext uri="{FF2B5EF4-FFF2-40B4-BE49-F238E27FC236}">
                <a16:creationId xmlns:a16="http://schemas.microsoft.com/office/drawing/2014/main" id="{4B4A5795-171F-C064-FC2E-3C2877A5323B}"/>
              </a:ext>
            </a:extLst>
          </p:cNvPr>
          <p:cNvSpPr txBox="1"/>
          <p:nvPr/>
        </p:nvSpPr>
        <p:spPr>
          <a:xfrm>
            <a:off x="6972969" y="1921398"/>
            <a:ext cx="1674337" cy="330200"/>
          </a:xfrm>
          <a:prstGeom prst="rect">
            <a:avLst/>
          </a:prstGeom>
        </p:spPr>
        <p:txBody>
          <a:bodyPr wrap="square" lIns="0" tIns="16192" rIns="0" bIns="0" rtlCol="0">
            <a:noAutofit/>
          </a:bodyPr>
          <a:lstStyle/>
          <a:p>
            <a:pPr marL="12700">
              <a:lnSpc>
                <a:spcPts val="2550"/>
              </a:lnSpc>
            </a:pPr>
            <a:endParaRPr sz="2400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sp>
        <p:nvSpPr>
          <p:cNvPr id="3" name="object 6">
            <a:extLst>
              <a:ext uri="{FF2B5EF4-FFF2-40B4-BE49-F238E27FC236}">
                <a16:creationId xmlns:a16="http://schemas.microsoft.com/office/drawing/2014/main" id="{98635FE3-3A4E-FED9-5786-EDC9E4036B58}"/>
              </a:ext>
            </a:extLst>
          </p:cNvPr>
          <p:cNvSpPr txBox="1"/>
          <p:nvPr/>
        </p:nvSpPr>
        <p:spPr>
          <a:xfrm>
            <a:off x="6258484" y="5519955"/>
            <a:ext cx="289890" cy="432307"/>
          </a:xfrm>
          <a:prstGeom prst="rect">
            <a:avLst/>
          </a:prstGeom>
        </p:spPr>
        <p:txBody>
          <a:bodyPr wrap="square" lIns="0" tIns="21399" rIns="0" bIns="0" rtlCol="0">
            <a:noAutofit/>
          </a:bodyPr>
          <a:lstStyle/>
          <a:p>
            <a:pPr marL="12700">
              <a:lnSpc>
                <a:spcPts val="3370"/>
              </a:lnSpc>
            </a:pPr>
            <a:r>
              <a:rPr lang="en-US" sz="3200" b="1" dirty="0">
                <a:solidFill>
                  <a:srgbClr val="FFFFFF"/>
                </a:solidFill>
                <a:latin typeface="Times New Roman"/>
                <a:cs typeface="Times New Roman"/>
              </a:rPr>
              <a:t>8</a:t>
            </a:r>
            <a:endParaRPr sz="3200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A5016F4F-4F23-A61A-1C6B-A31DCA8D2EBC}"/>
              </a:ext>
            </a:extLst>
          </p:cNvPr>
          <p:cNvSpPr txBox="1"/>
          <p:nvPr/>
        </p:nvSpPr>
        <p:spPr>
          <a:xfrm>
            <a:off x="6975389" y="4396520"/>
            <a:ext cx="2528821" cy="330200"/>
          </a:xfrm>
          <a:prstGeom prst="rect">
            <a:avLst/>
          </a:prstGeom>
        </p:spPr>
        <p:txBody>
          <a:bodyPr wrap="square" lIns="0" tIns="16192" rIns="0" bIns="0" rtlCol="0">
            <a:noAutofit/>
          </a:bodyPr>
          <a:lstStyle/>
          <a:p>
            <a:pPr marL="12700">
              <a:lnSpc>
                <a:spcPts val="2550"/>
              </a:lnSpc>
            </a:pPr>
            <a:r>
              <a:rPr lang="en-US" sz="2400" dirty="0">
                <a:solidFill>
                  <a:prstClr val="black"/>
                </a:solidFill>
                <a:latin typeface="Times New Roman"/>
                <a:cs typeface="Times New Roman"/>
              </a:rPr>
              <a:t>Expected Outcomes</a:t>
            </a:r>
            <a:endParaRPr sz="2400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sp>
        <p:nvSpPr>
          <p:cNvPr id="36" name="object 9">
            <a:extLst>
              <a:ext uri="{FF2B5EF4-FFF2-40B4-BE49-F238E27FC236}">
                <a16:creationId xmlns:a16="http://schemas.microsoft.com/office/drawing/2014/main" id="{FCFA7D9E-1FD8-7CC6-FC24-1E9C1076525F}"/>
              </a:ext>
            </a:extLst>
          </p:cNvPr>
          <p:cNvSpPr txBox="1"/>
          <p:nvPr/>
        </p:nvSpPr>
        <p:spPr>
          <a:xfrm>
            <a:off x="6993669" y="1914420"/>
            <a:ext cx="3826724" cy="330200"/>
          </a:xfrm>
          <a:prstGeom prst="rect">
            <a:avLst/>
          </a:prstGeom>
        </p:spPr>
        <p:txBody>
          <a:bodyPr wrap="square" lIns="0" tIns="16192" rIns="0" bIns="0" rtlCol="0">
            <a:noAutofit/>
          </a:bodyPr>
          <a:lstStyle/>
          <a:p>
            <a:pPr marL="12700">
              <a:lnSpc>
                <a:spcPts val="2550"/>
              </a:lnSpc>
            </a:pPr>
            <a:r>
              <a:rPr lang="en-US" sz="2400" spc="-9" dirty="0">
                <a:solidFill>
                  <a:prstClr val="black"/>
                </a:solidFill>
                <a:latin typeface="Times New Roman"/>
                <a:cs typeface="Times New Roman"/>
              </a:rPr>
              <a:t>Overview of Literature Review</a:t>
            </a:r>
          </a:p>
        </p:txBody>
      </p:sp>
      <p:sp>
        <p:nvSpPr>
          <p:cNvPr id="39" name="Flowchart: Connector 38">
            <a:extLst>
              <a:ext uri="{FF2B5EF4-FFF2-40B4-BE49-F238E27FC236}">
                <a16:creationId xmlns:a16="http://schemas.microsoft.com/office/drawing/2014/main" id="{2EF0A0AD-2C01-C98D-99A6-02055C91B817}"/>
              </a:ext>
            </a:extLst>
          </p:cNvPr>
          <p:cNvSpPr/>
          <p:nvPr/>
        </p:nvSpPr>
        <p:spPr>
          <a:xfrm>
            <a:off x="1056130" y="1726074"/>
            <a:ext cx="807051" cy="673454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💊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F65F26-DAE4-F919-877D-42B0BAB17548}"/>
              </a:ext>
            </a:extLst>
          </p:cNvPr>
          <p:cNvSpPr/>
          <p:nvPr/>
        </p:nvSpPr>
        <p:spPr>
          <a:xfrm>
            <a:off x="1056130" y="2399528"/>
            <a:ext cx="848083" cy="2757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New time roman"/>
              </a:rPr>
              <a:t>1</a:t>
            </a:r>
          </a:p>
        </p:txBody>
      </p:sp>
      <p:sp>
        <p:nvSpPr>
          <p:cNvPr id="20" name="Flowchart: Connector 19">
            <a:extLst>
              <a:ext uri="{FF2B5EF4-FFF2-40B4-BE49-F238E27FC236}">
                <a16:creationId xmlns:a16="http://schemas.microsoft.com/office/drawing/2014/main" id="{9905FF9F-1A64-CE35-1480-28768868D495}"/>
              </a:ext>
            </a:extLst>
          </p:cNvPr>
          <p:cNvSpPr/>
          <p:nvPr/>
        </p:nvSpPr>
        <p:spPr>
          <a:xfrm>
            <a:off x="5995060" y="4074713"/>
            <a:ext cx="807051" cy="673454"/>
          </a:xfrm>
          <a:prstGeom prst="flowChartConnector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✨</a:t>
            </a:r>
            <a:endParaRPr lang="en-US" dirty="0"/>
          </a:p>
        </p:txBody>
      </p:sp>
      <p:sp>
        <p:nvSpPr>
          <p:cNvPr id="37" name="Flowchart: Connector 36">
            <a:extLst>
              <a:ext uri="{FF2B5EF4-FFF2-40B4-BE49-F238E27FC236}">
                <a16:creationId xmlns:a16="http://schemas.microsoft.com/office/drawing/2014/main" id="{948ABB7F-881F-5861-635C-DA9F442FDCE6}"/>
              </a:ext>
            </a:extLst>
          </p:cNvPr>
          <p:cNvSpPr/>
          <p:nvPr/>
        </p:nvSpPr>
        <p:spPr>
          <a:xfrm>
            <a:off x="1097121" y="5332265"/>
            <a:ext cx="807051" cy="673454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</a:t>
            </a:r>
            <a:endParaRPr lang="en-US" dirty="0"/>
          </a:p>
        </p:txBody>
      </p:sp>
      <p:sp>
        <p:nvSpPr>
          <p:cNvPr id="38" name="Flowchart: Connector 37">
            <a:extLst>
              <a:ext uri="{FF2B5EF4-FFF2-40B4-BE49-F238E27FC236}">
                <a16:creationId xmlns:a16="http://schemas.microsoft.com/office/drawing/2014/main" id="{C1E8FB57-468D-3A35-B5F2-95C999B627A5}"/>
              </a:ext>
            </a:extLst>
          </p:cNvPr>
          <p:cNvSpPr/>
          <p:nvPr/>
        </p:nvSpPr>
        <p:spPr>
          <a:xfrm>
            <a:off x="5913596" y="5269221"/>
            <a:ext cx="807051" cy="673454"/>
          </a:xfrm>
          <a:prstGeom prst="flowChartConnector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Flowchart: Connector 40">
            <a:extLst>
              <a:ext uri="{FF2B5EF4-FFF2-40B4-BE49-F238E27FC236}">
                <a16:creationId xmlns:a16="http://schemas.microsoft.com/office/drawing/2014/main" id="{E5C53F16-EC51-9DA3-3746-43CAE87B7C0C}"/>
              </a:ext>
            </a:extLst>
          </p:cNvPr>
          <p:cNvSpPr/>
          <p:nvPr/>
        </p:nvSpPr>
        <p:spPr>
          <a:xfrm>
            <a:off x="1043633" y="4138066"/>
            <a:ext cx="807051" cy="673454"/>
          </a:xfrm>
          <a:prstGeom prst="flowChartConnector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🎯</a:t>
            </a:r>
          </a:p>
        </p:txBody>
      </p:sp>
      <p:sp>
        <p:nvSpPr>
          <p:cNvPr id="42" name="Flowchart: Connector 41">
            <a:extLst>
              <a:ext uri="{FF2B5EF4-FFF2-40B4-BE49-F238E27FC236}">
                <a16:creationId xmlns:a16="http://schemas.microsoft.com/office/drawing/2014/main" id="{358A0EDB-A84C-482B-97DA-23E7AD60B987}"/>
              </a:ext>
            </a:extLst>
          </p:cNvPr>
          <p:cNvSpPr/>
          <p:nvPr/>
        </p:nvSpPr>
        <p:spPr>
          <a:xfrm>
            <a:off x="6011151" y="2774141"/>
            <a:ext cx="807051" cy="673454"/>
          </a:xfrm>
          <a:prstGeom prst="flowChartConnector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🏗️</a:t>
            </a:r>
            <a:endParaRPr lang="en-US" dirty="0"/>
          </a:p>
        </p:txBody>
      </p:sp>
      <p:sp>
        <p:nvSpPr>
          <p:cNvPr id="43" name="Flowchart: Connector 42">
            <a:extLst>
              <a:ext uri="{FF2B5EF4-FFF2-40B4-BE49-F238E27FC236}">
                <a16:creationId xmlns:a16="http://schemas.microsoft.com/office/drawing/2014/main" id="{07858076-B4CD-7810-14B8-0DB02C823BB1}"/>
              </a:ext>
            </a:extLst>
          </p:cNvPr>
          <p:cNvSpPr/>
          <p:nvPr/>
        </p:nvSpPr>
        <p:spPr>
          <a:xfrm>
            <a:off x="1043674" y="2877177"/>
            <a:ext cx="807051" cy="673454"/>
          </a:xfrm>
          <a:prstGeom prst="flowChartConnector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FF0000"/>
                </a:solidFill>
              </a:rPr>
              <a:t>⚠️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4" name="Flowchart: Connector 43">
            <a:extLst>
              <a:ext uri="{FF2B5EF4-FFF2-40B4-BE49-F238E27FC236}">
                <a16:creationId xmlns:a16="http://schemas.microsoft.com/office/drawing/2014/main" id="{66C9B420-78D5-E296-FA4A-0188E79295BA}"/>
              </a:ext>
            </a:extLst>
          </p:cNvPr>
          <p:cNvSpPr/>
          <p:nvPr/>
        </p:nvSpPr>
        <p:spPr>
          <a:xfrm>
            <a:off x="6028890" y="1574613"/>
            <a:ext cx="807051" cy="673454"/>
          </a:xfrm>
          <a:prstGeom prst="flowChartConnector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📚</a:t>
            </a:r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6F47A08-1542-272A-2692-245C1123D5C2}"/>
              </a:ext>
            </a:extLst>
          </p:cNvPr>
          <p:cNvSpPr/>
          <p:nvPr/>
        </p:nvSpPr>
        <p:spPr>
          <a:xfrm>
            <a:off x="988925" y="3550631"/>
            <a:ext cx="848083" cy="27571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New time roman"/>
              </a:rPr>
              <a:t>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902DED7-65CB-D214-4FE5-D9D76BCC6AAB}"/>
              </a:ext>
            </a:extLst>
          </p:cNvPr>
          <p:cNvSpPr/>
          <p:nvPr/>
        </p:nvSpPr>
        <p:spPr>
          <a:xfrm>
            <a:off x="1035613" y="4802406"/>
            <a:ext cx="848083" cy="275711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New time roman"/>
              </a:rPr>
              <a:t>3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DEFC402-0662-18FD-8F2D-59043681A3A3}"/>
              </a:ext>
            </a:extLst>
          </p:cNvPr>
          <p:cNvSpPr/>
          <p:nvPr/>
        </p:nvSpPr>
        <p:spPr>
          <a:xfrm>
            <a:off x="1097121" y="6009144"/>
            <a:ext cx="848083" cy="27571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New time roman"/>
              </a:rPr>
              <a:t>4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DFAE369-0A58-D0A9-0478-EDD00D22F266}"/>
              </a:ext>
            </a:extLst>
          </p:cNvPr>
          <p:cNvSpPr/>
          <p:nvPr/>
        </p:nvSpPr>
        <p:spPr>
          <a:xfrm>
            <a:off x="6040553" y="2261672"/>
            <a:ext cx="848083" cy="27571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New time roman"/>
              </a:rPr>
              <a:t>5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A423F65-F4FE-EA2F-1D69-2197524F412E}"/>
              </a:ext>
            </a:extLst>
          </p:cNvPr>
          <p:cNvSpPr/>
          <p:nvPr/>
        </p:nvSpPr>
        <p:spPr>
          <a:xfrm>
            <a:off x="6027565" y="3438123"/>
            <a:ext cx="848083" cy="275711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New time roman"/>
              </a:rPr>
              <a:t>6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9966C7C-E9DB-AB01-BEC8-9CA08A9CA513}"/>
              </a:ext>
            </a:extLst>
          </p:cNvPr>
          <p:cNvSpPr/>
          <p:nvPr/>
        </p:nvSpPr>
        <p:spPr>
          <a:xfrm>
            <a:off x="5970119" y="4752897"/>
            <a:ext cx="848083" cy="27571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New time roman"/>
              </a:rPr>
              <a:t>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179CE79-A1E1-9DFB-C1FF-6AE3423A824E}"/>
              </a:ext>
            </a:extLst>
          </p:cNvPr>
          <p:cNvSpPr/>
          <p:nvPr/>
        </p:nvSpPr>
        <p:spPr>
          <a:xfrm>
            <a:off x="5913596" y="5952737"/>
            <a:ext cx="848083" cy="275711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New time roman"/>
              </a:rPr>
              <a:t>8</a:t>
            </a:r>
          </a:p>
        </p:txBody>
      </p:sp>
      <p:pic>
        <p:nvPicPr>
          <p:cNvPr id="55" name="Picture 54" descr="The image depicts a black magnifying glass with a closed book icon, suggesting an object of interest or a clue to be investigated.&#10;&#10;AI-generated content may be incorrect.">
            <a:extLst>
              <a:ext uri="{FF2B5EF4-FFF2-40B4-BE49-F238E27FC236}">
                <a16:creationId xmlns:a16="http://schemas.microsoft.com/office/drawing/2014/main" id="{8A5DAD0F-DDC6-E499-99C4-7449A4302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5361820"/>
            <a:ext cx="461724" cy="434564"/>
          </a:xfrm>
          <a:prstGeom prst="rect">
            <a:avLst/>
          </a:prstGeom>
        </p:spPr>
      </p:pic>
      <p:pic>
        <p:nvPicPr>
          <p:cNvPr id="57" name="Picture 56" descr="The image depicts a cartoonish, white-faced figure in a business suit holding a pen and pointing at a piece of paper.&#10;&#10;AI-generated content may be incorrect.">
            <a:extLst>
              <a:ext uri="{FF2B5EF4-FFF2-40B4-BE49-F238E27FC236}">
                <a16:creationId xmlns:a16="http://schemas.microsoft.com/office/drawing/2014/main" id="{98DC8784-DF5C-7137-DE20-1996909C8F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18" y="1684983"/>
            <a:ext cx="971004" cy="329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229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DA95244-9C8A-6682-6C49-104881F33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4CAB8DF-F572-8292-E158-D8C41BF467F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9A4983E-02FF-3F6F-30DD-AD71CBA656B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F3DDDA-E90D-40FD-BC5D-486C1A061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3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EE8016-3A76-481E-9494-BF9A64875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15" y="-130469"/>
            <a:ext cx="12196115" cy="68519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34DE1321-6ABA-ED54-40B5-DCC32627F57A}"/>
              </a:ext>
            </a:extLst>
          </p:cNvPr>
          <p:cNvSpPr txBox="1">
            <a:spLocks/>
          </p:cNvSpPr>
          <p:nvPr/>
        </p:nvSpPr>
        <p:spPr bwMode="auto">
          <a:xfrm>
            <a:off x="3771900" y="-7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37931725" indent="-37474525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sz="4400" b="1" dirty="0">
                <a:solidFill>
                  <a:srgbClr val="953735"/>
                </a:solidFill>
                <a:latin typeface="Calibri" panose="020F0502020204030204" pitchFamily="34" charset="0"/>
              </a:rPr>
              <a:t>Introduction &amp; Background</a:t>
            </a:r>
            <a:endParaRPr lang="en-US" altLang="en-US" sz="4400" b="1" dirty="0">
              <a:solidFill>
                <a:srgbClr val="9537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6276D29-13FE-B93A-F757-AA44727DF92C}"/>
              </a:ext>
            </a:extLst>
          </p:cNvPr>
          <p:cNvSpPr txBox="1">
            <a:spLocks noChangeArrowheads="1"/>
          </p:cNvSpPr>
          <p:nvPr/>
        </p:nvSpPr>
        <p:spPr>
          <a:xfrm>
            <a:off x="266700" y="1600203"/>
            <a:ext cx="11677650" cy="52850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121353" y="1600203"/>
            <a:ext cx="2721843" cy="1808610"/>
            <a:chOff x="4526" y="939390"/>
            <a:chExt cx="2721843" cy="1808610"/>
          </a:xfrm>
        </p:grpSpPr>
        <p:sp>
          <p:nvSpPr>
            <p:cNvPr id="35" name="Rectangle 34"/>
            <p:cNvSpPr/>
            <p:nvPr/>
          </p:nvSpPr>
          <p:spPr>
            <a:xfrm>
              <a:off x="4526" y="939390"/>
              <a:ext cx="2721843" cy="1808610"/>
            </a:xfrm>
            <a:prstGeom prst="rect">
              <a:avLst/>
            </a:prstGeom>
          </p:spPr>
          <p:style>
            <a:lnRef idx="2">
              <a:schemeClr val="accent2"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26" y="939390"/>
              <a:ext cx="2721843" cy="18086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42240" tIns="81280" rIns="142240" bIns="81280" numCol="1" spcCol="1270" anchor="ctr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 b="1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Drug–Target Interactions (DTIs)</a:t>
              </a:r>
              <a:endParaRPr lang="en-US" sz="2400" kern="1200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114300" y="3407073"/>
            <a:ext cx="2721843" cy="2810880"/>
            <a:chOff x="4526" y="2388063"/>
            <a:chExt cx="2721843" cy="2810880"/>
          </a:xfrm>
        </p:grpSpPr>
        <p:sp>
          <p:nvSpPr>
            <p:cNvPr id="33" name="Rectangle 32"/>
            <p:cNvSpPr/>
            <p:nvPr/>
          </p:nvSpPr>
          <p:spPr>
            <a:xfrm>
              <a:off x="4526" y="2388063"/>
              <a:ext cx="2721843" cy="2810880"/>
            </a:xfrm>
            <a:prstGeom prst="rect">
              <a:avLst/>
            </a:prstGeom>
          </p:spPr>
          <p:style>
            <a:lnRef idx="2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4526" y="2388063"/>
              <a:ext cx="2721843" cy="281088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06680" tIns="106680" rIns="142240" bIns="160020" numCol="1" spcCol="1270" anchor="t" anchorCtr="0">
              <a:noAutofit/>
            </a:bodyPr>
            <a:lstStyle/>
            <a:p>
              <a:pPr marL="228600" lvl="1" indent="-228600" defTabSz="8890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•"/>
              </a:pPr>
              <a:r>
                <a:rPr lang="en-US" sz="24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Identifying drug target interactions between drugs is a fundamental step in drug discovery and repurposing.</a:t>
              </a:r>
              <a:endParaRPr lang="en-US" sz="2400" kern="1200" dirty="0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3207453" y="1672947"/>
            <a:ext cx="2721843" cy="1735866"/>
            <a:chOff x="3107427" y="964376"/>
            <a:chExt cx="2721843" cy="1708664"/>
          </a:xfrm>
        </p:grpSpPr>
        <p:sp>
          <p:nvSpPr>
            <p:cNvPr id="31" name="Rectangle 30"/>
            <p:cNvSpPr/>
            <p:nvPr/>
          </p:nvSpPr>
          <p:spPr>
            <a:xfrm>
              <a:off x="3107427" y="964376"/>
              <a:ext cx="2721843" cy="1708664"/>
            </a:xfrm>
            <a:prstGeom prst="rect">
              <a:avLst/>
            </a:prstGeom>
          </p:spPr>
          <p:style>
            <a:lnRef idx="2">
              <a:schemeClr val="accent3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107427" y="964376"/>
              <a:ext cx="2721843" cy="1708664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42240" tIns="81280" rIns="142240" bIns="81280" numCol="1" spcCol="1270" anchor="ctr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 b="1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Limitations of  Biological experimental Drugs discovery and repurposing </a:t>
              </a:r>
              <a:endParaRPr lang="en-US" sz="2400" kern="1200" dirty="0"/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3253793" y="3429416"/>
            <a:ext cx="2721843" cy="2810880"/>
            <a:chOff x="3107427" y="2363077"/>
            <a:chExt cx="2721843" cy="2810880"/>
          </a:xfrm>
        </p:grpSpPr>
        <p:sp>
          <p:nvSpPr>
            <p:cNvPr id="29" name="Rectangle 28"/>
            <p:cNvSpPr/>
            <p:nvPr/>
          </p:nvSpPr>
          <p:spPr>
            <a:xfrm>
              <a:off x="3107427" y="2363077"/>
              <a:ext cx="2721843" cy="2810880"/>
            </a:xfrm>
            <a:prstGeom prst="rect">
              <a:avLst/>
            </a:prstGeom>
          </p:spPr>
          <p:style>
            <a:lnRef idx="2">
              <a:schemeClr val="accent3">
                <a:tint val="40000"/>
                <a:alpha val="9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40000"/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40000"/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107427" y="2363077"/>
              <a:ext cx="2721843" cy="281088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06680" tIns="106680" rIns="142240" bIns="160020" numCol="1" spcCol="1270" anchor="t" anchorCtr="0">
              <a:noAutofit/>
            </a:bodyPr>
            <a:lstStyle/>
            <a:p>
              <a:pPr marL="228600" lvl="1" indent="-228600" algn="l" defTabSz="8890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•"/>
              </a:pPr>
              <a:r>
                <a:rPr lang="en-US" sz="24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Time-consuming</a:t>
              </a:r>
              <a:endParaRPr lang="en-US" sz="2400" kern="1200" dirty="0"/>
            </a:p>
            <a:p>
              <a:pPr marL="228600" lvl="1" indent="-228600" algn="l" defTabSz="8890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•"/>
              </a:pPr>
              <a:r>
                <a:rPr lang="en-US" sz="24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Expensive</a:t>
              </a:r>
              <a:endParaRPr lang="en-US" sz="2400" kern="1200" dirty="0"/>
            </a:p>
            <a:p>
              <a:pPr marL="228600" lvl="1" indent="-228600" algn="l" defTabSz="8890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•"/>
              </a:pPr>
              <a:r>
                <a:rPr lang="en-US" sz="24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Safety concerns </a:t>
              </a:r>
              <a:endParaRPr lang="en-US" sz="2400" kern="1200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319631" y="1609305"/>
            <a:ext cx="2755445" cy="1772682"/>
            <a:chOff x="6210329" y="965285"/>
            <a:chExt cx="2755445" cy="1772682"/>
          </a:xfrm>
        </p:grpSpPr>
        <p:sp>
          <p:nvSpPr>
            <p:cNvPr id="27" name="Rectangle 26"/>
            <p:cNvSpPr/>
            <p:nvPr/>
          </p:nvSpPr>
          <p:spPr>
            <a:xfrm>
              <a:off x="6243931" y="1032940"/>
              <a:ext cx="2721843" cy="1705027"/>
            </a:xfrm>
            <a:prstGeom prst="rect">
              <a:avLst/>
            </a:prstGeom>
          </p:spPr>
          <p:style>
            <a:lnRef idx="2">
              <a:schemeClr val="accent4">
                <a:hueOff val="0"/>
                <a:satOff val="0"/>
                <a:lumOff val="0"/>
                <a:alphaOff val="0"/>
              </a:schemeClr>
            </a:lnRef>
            <a:fillRef idx="1">
              <a:schemeClr val="accent4">
                <a:hueOff val="0"/>
                <a:satOff val="0"/>
                <a:lumOff val="0"/>
                <a:alphaOff val="0"/>
              </a:schemeClr>
            </a:fillRef>
            <a:effectRef idx="0">
              <a:schemeClr val="accent4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210329" y="965285"/>
              <a:ext cx="2721843" cy="170502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42240" tIns="81280" rIns="142240" bIns="81280" numCol="1" spcCol="1270" anchor="ctr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 b="1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Computational DTI Prediction use Biological data</a:t>
              </a:r>
              <a:endParaRPr lang="en-US" sz="2400" kern="1200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405415" y="3408813"/>
            <a:ext cx="2721843" cy="2810880"/>
            <a:chOff x="6210329" y="2362168"/>
            <a:chExt cx="2721843" cy="2810880"/>
          </a:xfrm>
        </p:grpSpPr>
        <p:sp>
          <p:nvSpPr>
            <p:cNvPr id="25" name="Rectangle 24"/>
            <p:cNvSpPr/>
            <p:nvPr/>
          </p:nvSpPr>
          <p:spPr>
            <a:xfrm>
              <a:off x="6210329" y="2362168"/>
              <a:ext cx="2721843" cy="2810880"/>
            </a:xfrm>
            <a:prstGeom prst="rect">
              <a:avLst/>
            </a:prstGeom>
          </p:spPr>
          <p:style>
            <a:lnRef idx="2">
              <a:schemeClr val="accent4">
                <a:tint val="40000"/>
                <a:alpha val="90000"/>
                <a:hueOff val="0"/>
                <a:satOff val="0"/>
                <a:lumOff val="0"/>
                <a:alphaOff val="0"/>
              </a:schemeClr>
            </a:lnRef>
            <a:fillRef idx="1">
              <a:schemeClr val="accent4">
                <a:tint val="40000"/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4">
                <a:tint val="40000"/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210329" y="2362168"/>
              <a:ext cx="2721843" cy="281088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06680" tIns="106680" rIns="142240" bIns="160020" numCol="1" spcCol="1270" anchor="t" anchorCtr="0">
              <a:noAutofit/>
            </a:bodyPr>
            <a:lstStyle/>
            <a:p>
              <a:pPr marL="228600" lvl="1" indent="-228600" algn="l" defTabSz="8890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•"/>
              </a:pPr>
              <a:r>
                <a:rPr lang="en-US" sz="24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Biological data are diverse and heterogeneous in nature</a:t>
              </a:r>
              <a:endParaRPr lang="en-US" sz="2400" kern="1200" dirty="0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9374907" y="1703786"/>
            <a:ext cx="2721843" cy="1725630"/>
            <a:chOff x="9313230" y="965285"/>
            <a:chExt cx="2721843" cy="1705027"/>
          </a:xfrm>
        </p:grpSpPr>
        <p:sp>
          <p:nvSpPr>
            <p:cNvPr id="23" name="Rectangle 22"/>
            <p:cNvSpPr/>
            <p:nvPr/>
          </p:nvSpPr>
          <p:spPr>
            <a:xfrm>
              <a:off x="9313230" y="965285"/>
              <a:ext cx="2721843" cy="1705027"/>
            </a:xfrm>
            <a:prstGeom prst="rect">
              <a:avLst/>
            </a:prstGeom>
          </p:spPr>
          <p:style>
            <a:lnRef idx="2">
              <a:schemeClr val="accent5">
                <a:hueOff val="0"/>
                <a:satOff val="0"/>
                <a:lumOff val="0"/>
                <a:alphaOff val="0"/>
              </a:schemeClr>
            </a:lnRef>
            <a:fillRef idx="1">
              <a:schemeClr val="accent5">
                <a:hueOff val="0"/>
                <a:satOff val="0"/>
                <a:lumOff val="0"/>
                <a:alphaOff val="0"/>
              </a:schemeClr>
            </a:fillRef>
            <a:effectRef idx="0">
              <a:schemeClr val="accent5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9313230" y="965285"/>
              <a:ext cx="2721843" cy="170502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42240" tIns="81280" rIns="142240" bIns="81280" numCol="1" spcCol="1270" anchor="ctr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 dirty="0"/>
                <a:t>Need for computational approaches</a:t>
              </a:r>
              <a:endParaRPr lang="en-US" sz="2400" kern="1200" dirty="0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9374907" y="3447994"/>
            <a:ext cx="2721843" cy="2810880"/>
            <a:chOff x="9313230" y="2362168"/>
            <a:chExt cx="2721843" cy="2810880"/>
          </a:xfrm>
        </p:grpSpPr>
        <p:sp>
          <p:nvSpPr>
            <p:cNvPr id="21" name="Rectangle 20"/>
            <p:cNvSpPr/>
            <p:nvPr/>
          </p:nvSpPr>
          <p:spPr>
            <a:xfrm>
              <a:off x="9313230" y="2362168"/>
              <a:ext cx="2721843" cy="2810880"/>
            </a:xfrm>
            <a:prstGeom prst="rect">
              <a:avLst/>
            </a:prstGeom>
          </p:spPr>
          <p:style>
            <a:lnRef idx="2">
              <a:schemeClr val="accent5">
                <a:tint val="40000"/>
                <a:alpha val="90000"/>
                <a:hueOff val="0"/>
                <a:satOff val="0"/>
                <a:lumOff val="0"/>
                <a:alphaOff val="0"/>
              </a:schemeClr>
            </a:lnRef>
            <a:fillRef idx="1">
              <a:schemeClr val="accent5">
                <a:tint val="40000"/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5">
                <a:tint val="40000"/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313230" y="2362168"/>
              <a:ext cx="2721843" cy="281088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06680" tIns="106680" rIns="142240" bIns="160020" numCol="1" spcCol="1270" anchor="t" anchorCtr="0">
              <a:noAutofit/>
            </a:bodyPr>
            <a:lstStyle/>
            <a:p>
              <a:pPr marL="342900" indent="-342900" defTabSz="8890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Arial" panose="020B0604020202020204" pitchFamily="34" charset="0"/>
                <a:buChar char="•"/>
              </a:pPr>
              <a:r>
                <a:rPr lang="en-US" sz="24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Computational approaches enable fast, cost-effective analysis of complex data.</a:t>
              </a:r>
              <a:endParaRPr lang="en-US" sz="2400" kern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7920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1C3E2-D5F9-3CA7-0BCA-D286F44A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94C2B5E-2C0A-37FF-D34E-53A8F736F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15" y="248028"/>
            <a:ext cx="12196115" cy="6851944"/>
          </a:xfrm>
          <a:prstGeom prst="rect">
            <a:avLst/>
          </a:prstGeom>
        </p:spPr>
      </p:pic>
      <p:grpSp>
        <p:nvGrpSpPr>
          <p:cNvPr id="29" name="Group 28"/>
          <p:cNvGrpSpPr/>
          <p:nvPr/>
        </p:nvGrpSpPr>
        <p:grpSpPr>
          <a:xfrm>
            <a:off x="381000" y="1397000"/>
            <a:ext cx="5334000" cy="1143000"/>
            <a:chOff x="381000" y="1397000"/>
            <a:chExt cx="5334000" cy="1143000"/>
          </a:xfrm>
        </p:grpSpPr>
        <p:sp>
          <p:nvSpPr>
            <p:cNvPr id="33" name="Rounded Rectangle 32"/>
            <p:cNvSpPr/>
            <p:nvPr/>
          </p:nvSpPr>
          <p:spPr>
            <a:xfrm>
              <a:off x="381000" y="1397000"/>
              <a:ext cx="5334000" cy="1143000"/>
            </a:xfrm>
            <a:prstGeom prst="roundRect">
              <a:avLst/>
            </a:prstGeom>
            <a:gradFill rotWithShape="1">
              <a:gsLst>
                <a:gs pos="0">
                  <a:srgbClr val="C0504D">
                    <a:hueOff val="0"/>
                    <a:satOff val="0"/>
                    <a:lumOff val="0"/>
                    <a:alphaOff val="0"/>
                    <a:shade val="51000"/>
                    <a:satMod val="130000"/>
                  </a:srgbClr>
                </a:gs>
                <a:gs pos="80000">
                  <a:srgbClr val="C0504D">
                    <a:hueOff val="0"/>
                    <a:satOff val="0"/>
                    <a:lumOff val="0"/>
                    <a:alphaOff val="0"/>
                    <a:shade val="93000"/>
                    <a:satMod val="130000"/>
                  </a:srgbClr>
                </a:gs>
                <a:gs pos="100000">
                  <a:srgbClr val="C0504D">
                    <a:hueOff val="0"/>
                    <a:satOff val="0"/>
                    <a:lumOff val="0"/>
                    <a:alphaOff val="0"/>
                    <a:shade val="94000"/>
                    <a:satMod val="135000"/>
                  </a:srgbClr>
                </a:gs>
              </a:gsLst>
              <a:lin ang="16200000" scaled="0"/>
            </a:gra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228600" tIns="91440" rIns="228600" bIns="91440" anchor="t">
              <a:normAutofit fontScale="97500"/>
            </a:bodyPr>
            <a:lstStyle/>
            <a:p>
              <a:r>
                <a:rPr lang="en-US" sz="1800" b="1" dirty="0">
                  <a:solidFill>
                    <a:sysClr val="window" lastClr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🧩Weak Feature Integration</a:t>
              </a:r>
            </a:p>
            <a:p>
              <a:pPr algn="just"/>
              <a:r>
                <a:rPr lang="en-US" sz="1500" dirty="0">
                  <a:solidFill>
                    <a:sysClr val="window" lastClr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Shallow or static fusion of heterogeneous representations prevents meaningful cross-modal interaction</a:t>
              </a:r>
              <a:endParaRPr lang="en-US" sz="1500" dirty="0">
                <a:solidFill>
                  <a:sysClr val="window" lastClr="FFFFFF"/>
                </a:solidFill>
              </a:endParaRPr>
            </a:p>
            <a:p>
              <a:endParaRPr lang="en-US" sz="1500" dirty="0"/>
            </a:p>
          </p:txBody>
        </p:sp>
        <p:sp>
          <p:nvSpPr>
            <p:cNvPr id="34" name="Rounded Rectangle 4"/>
            <p:cNvSpPr/>
            <p:nvPr/>
          </p:nvSpPr>
          <p:spPr>
            <a:xfrm>
              <a:off x="381000" y="1397000"/>
              <a:ext cx="5334000" cy="1143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spcFirstLastPara="0" vert="horz" wrap="square" lIns="106680" tIns="106680" rIns="106680" bIns="106680" numCol="1" spcCol="1270" anchor="ctr" anchorCtr="0">
              <a:noAutofit/>
            </a:bodyPr>
            <a:lstStyle/>
            <a:p>
              <a:pPr lvl="0" defTabSz="1244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381000" y="2641600"/>
            <a:ext cx="5334000" cy="1143000"/>
            <a:chOff x="381000" y="2641600"/>
            <a:chExt cx="5334000" cy="1143000"/>
          </a:xfrm>
        </p:grpSpPr>
        <p:sp>
          <p:nvSpPr>
            <p:cNvPr id="31" name="Rounded Rectangle 30"/>
            <p:cNvSpPr/>
            <p:nvPr/>
          </p:nvSpPr>
          <p:spPr>
            <a:xfrm>
              <a:off x="381000" y="2641600"/>
              <a:ext cx="5334000" cy="1143000"/>
            </a:xfrm>
            <a:prstGeom prst="roundRect">
              <a:avLst/>
            </a:prstGeom>
            <a:gradFill rotWithShape="1">
              <a:gsLst>
                <a:gs pos="0">
                  <a:srgbClr val="C0504D">
                    <a:hueOff val="0"/>
                    <a:satOff val="0"/>
                    <a:lumOff val="0"/>
                    <a:alphaOff val="0"/>
                    <a:shade val="51000"/>
                    <a:satMod val="130000"/>
                  </a:srgbClr>
                </a:gs>
                <a:gs pos="80000">
                  <a:srgbClr val="C0504D">
                    <a:hueOff val="0"/>
                    <a:satOff val="0"/>
                    <a:lumOff val="0"/>
                    <a:alphaOff val="0"/>
                    <a:shade val="93000"/>
                    <a:satMod val="130000"/>
                  </a:srgbClr>
                </a:gs>
                <a:gs pos="100000">
                  <a:srgbClr val="C0504D">
                    <a:hueOff val="0"/>
                    <a:satOff val="0"/>
                    <a:lumOff val="0"/>
                    <a:alphaOff val="0"/>
                    <a:shade val="94000"/>
                    <a:satMod val="135000"/>
                  </a:srgbClr>
                </a:gs>
              </a:gsLst>
              <a:lin ang="16200000" scaled="0"/>
            </a:gra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228600" tIns="91440" rIns="228600" bIns="91440" anchor="t">
              <a:normAutofit fontScale="97500"/>
            </a:bodyPr>
            <a:lstStyle/>
            <a:p>
              <a:r>
                <a:rPr lang="en-US" sz="1800" b="1" dirty="0">
                  <a:solidFill>
                    <a:sysClr val="window" lastClr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❄️Cold-Start Failure</a:t>
              </a:r>
            </a:p>
            <a:p>
              <a:pPr algn="just"/>
              <a:r>
                <a:rPr lang="en-US" sz="1500" dirty="0">
                  <a:solidFill>
                    <a:sysClr val="window" lastClr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Poor generalization on unseen drugs or targets due to data sparsity and biased training datasets.</a:t>
              </a:r>
              <a:endParaRPr lang="en-US" sz="1500" dirty="0"/>
            </a:p>
          </p:txBody>
        </p:sp>
        <p:sp>
          <p:nvSpPr>
            <p:cNvPr id="32" name="Rounded Rectangle 6"/>
            <p:cNvSpPr/>
            <p:nvPr/>
          </p:nvSpPr>
          <p:spPr>
            <a:xfrm>
              <a:off x="381000" y="2641600"/>
              <a:ext cx="5334000" cy="1143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spcFirstLastPara="0" vert="horz" wrap="square" lIns="106680" tIns="106680" rIns="106680" bIns="106680" numCol="1" spcCol="1270" anchor="ctr" anchorCtr="0">
              <a:noAutofit/>
            </a:bodyPr>
            <a:lstStyle/>
            <a:p>
              <a:pPr lvl="0" defTabSz="1244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3C4B444-6E06-DEAA-1053-CA34501C6757}"/>
              </a:ext>
            </a:extLst>
          </p:cNvPr>
          <p:cNvGrpSpPr/>
          <p:nvPr/>
        </p:nvGrpSpPr>
        <p:grpSpPr>
          <a:xfrm>
            <a:off x="381000" y="3886200"/>
            <a:ext cx="5334000" cy="1143000"/>
            <a:chOff x="381000" y="3886200"/>
            <a:chExt cx="5334000" cy="1143000"/>
          </a:xfrm>
        </p:grpSpPr>
        <p:sp>
          <p:nvSpPr>
            <p:cNvPr id="7" name="Rounded Rectangle 32">
              <a:extLst>
                <a:ext uri="{FF2B5EF4-FFF2-40B4-BE49-F238E27FC236}">
                  <a16:creationId xmlns:a16="http://schemas.microsoft.com/office/drawing/2014/main" id="{21327E5C-9256-103A-985A-A4CC8C39C112}"/>
                </a:ext>
              </a:extLst>
            </p:cNvPr>
            <p:cNvSpPr/>
            <p:nvPr/>
          </p:nvSpPr>
          <p:spPr>
            <a:xfrm>
              <a:off x="381000" y="3886200"/>
              <a:ext cx="5334000" cy="1143000"/>
            </a:xfrm>
            <a:prstGeom prst="roundRect">
              <a:avLst/>
            </a:prstGeom>
            <a:gradFill rotWithShape="1">
              <a:gsLst>
                <a:gs pos="0">
                  <a:srgbClr val="C0504D">
                    <a:hueOff val="0"/>
                    <a:satOff val="0"/>
                    <a:lumOff val="0"/>
                    <a:alphaOff val="0"/>
                    <a:shade val="51000"/>
                    <a:satMod val="130000"/>
                  </a:srgbClr>
                </a:gs>
                <a:gs pos="80000">
                  <a:srgbClr val="C0504D">
                    <a:hueOff val="0"/>
                    <a:satOff val="0"/>
                    <a:lumOff val="0"/>
                    <a:alphaOff val="0"/>
                    <a:shade val="93000"/>
                    <a:satMod val="130000"/>
                  </a:srgbClr>
                </a:gs>
                <a:gs pos="100000">
                  <a:srgbClr val="C0504D">
                    <a:hueOff val="0"/>
                    <a:satOff val="0"/>
                    <a:lumOff val="0"/>
                    <a:alphaOff val="0"/>
                    <a:shade val="94000"/>
                    <a:satMod val="135000"/>
                  </a:srgbClr>
                </a:gs>
              </a:gsLst>
              <a:lin ang="16200000" scaled="0"/>
            </a:gra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228600" tIns="91440" rIns="228600" bIns="91440" anchor="t">
              <a:normAutofit fontScale="97500"/>
            </a:bodyPr>
            <a:lstStyle/>
            <a:p>
              <a:r>
                <a:rPr lang="en-US" sz="1800" b="1" dirty="0">
                  <a:solidFill>
                    <a:sysClr val="window" lastClr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⬛“Black Box” Models</a:t>
              </a:r>
            </a:p>
            <a:p>
              <a:pPr algn="just"/>
              <a:r>
                <a:rPr lang="en-US" sz="1500" dirty="0">
                  <a:solidFill>
                    <a:sysClr val="window" lastClr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Lack of interpretability hinders rational drug design and limits transparency in medicinal chemistry.</a:t>
              </a:r>
              <a:endParaRPr lang="en-US" sz="1500" dirty="0"/>
            </a:p>
          </p:txBody>
        </p:sp>
        <p:sp>
          <p:nvSpPr>
            <p:cNvPr id="10" name="Rounded Rectangle 4">
              <a:extLst>
                <a:ext uri="{FF2B5EF4-FFF2-40B4-BE49-F238E27FC236}">
                  <a16:creationId xmlns:a16="http://schemas.microsoft.com/office/drawing/2014/main" id="{A8CB6247-0218-2B26-B049-55373B40DE5F}"/>
                </a:ext>
              </a:extLst>
            </p:cNvPr>
            <p:cNvSpPr/>
            <p:nvPr/>
          </p:nvSpPr>
          <p:spPr>
            <a:xfrm>
              <a:off x="381000" y="3886200"/>
              <a:ext cx="5334000" cy="1143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spcFirstLastPara="0" vert="horz" wrap="square" lIns="106680" tIns="106680" rIns="106680" bIns="106680" numCol="1" spcCol="1270" anchor="ctr" anchorCtr="0">
              <a:noAutofit/>
            </a:bodyPr>
            <a:lstStyle/>
            <a:p>
              <a:pPr lvl="0" defTabSz="1244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50" name="ConclusionPanel"/>
          <p:cNvSpPr>
            <a:spLocks noGrp="1"/>
          </p:cNvSpPr>
          <p:nvPr/>
        </p:nvSpPr>
        <p:spPr>
          <a:xfrm>
            <a:off x="5943600" y="2133600"/>
            <a:ext cx="5867400" cy="3492500"/>
          </a:xfrm>
          <a:prstGeom prst="roundRect">
            <a:avLst>
              <a:gd name="adj" fmla="val 20000"/>
            </a:avLst>
          </a:prstGeom>
          <a:solidFill>
            <a:srgbClr val="1B5E20"/>
          </a:solidFill>
          <a:ln w="25400">
            <a:solidFill>
              <a:srgbClr val="A5D6A7"/>
            </a:solidFill>
          </a:ln>
        </p:spPr>
        <p:txBody>
          <a:bodyPr vert="horz" wrap="square" lIns="342900" tIns="285750" rIns="342900" bIns="285750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lang="en-US" sz="2000" b="1" dirty="0">
                <a:solidFill>
                  <a:srgbClr val="A5D6A7"/>
                </a:solidFill>
                <a:latin typeface="Calibri"/>
              </a:rPr>
              <a:t>✓ Research Gap &amp; Motivation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rgbClr val="FFFFFF"/>
                </a:solidFill>
                <a:latin typeface="Calibri"/>
              </a:rPr>
              <a:t>Enhanced computational-based DTI models are needed to improve cross-modal feature integration, enhance cold-start generalization, increase interpretability, and effectively handle data imbalance.</a:t>
            </a:r>
          </a:p>
        </p:txBody>
      </p:sp>
      <p:sp>
        <p:nvSpPr>
          <p:cNvPr id="51" name="ConnectorArrow"/>
          <p:cNvSpPr>
            <a:spLocks noGrp="1"/>
          </p:cNvSpPr>
          <p:nvPr/>
        </p:nvSpPr>
        <p:spPr>
          <a:xfrm>
            <a:off x="5740400" y="3721100"/>
            <a:ext cx="279400" cy="279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CAF5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" name="Card4DataImbalance"/>
          <p:cNvSpPr>
            <a:spLocks noGrp="1"/>
          </p:cNvSpPr>
          <p:nvPr/>
        </p:nvSpPr>
        <p:spPr>
          <a:xfrm>
            <a:off x="381000" y="5130800"/>
            <a:ext cx="5334000" cy="1143000"/>
          </a:xfrm>
          <a:prstGeom prst="roundRect">
            <a:avLst>
              <a:gd name="adj" fmla="val 15000"/>
            </a:avLst>
          </a:prstGeom>
          <a:solidFill>
            <a:srgbClr val="8B2020"/>
          </a:solidFill>
          <a:ln>
            <a:noFill/>
          </a:ln>
        </p:spPr>
        <p:txBody>
          <a:bodyPr vert="horz" wrap="square" lIns="228600" tIns="91440" rIns="228600" bIns="91440" anchor="t">
            <a:normAutofit fontScale="97500"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800" b="1" dirty="0">
                <a:solidFill>
                  <a:srgbClr val="FFFFFF"/>
                </a:solidFill>
                <a:latin typeface="Calibri"/>
              </a:rPr>
              <a:t>⚠ Data Imbalance</a:t>
            </a:r>
          </a:p>
          <a:p>
            <a:pPr algn="just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rgbClr val="FFFFFF"/>
                </a:solidFill>
                <a:latin typeface="Calibri"/>
              </a:rPr>
              <a:t>Skewed positive/negative interaction ratios cause biased predictions and poor recall.</a:t>
            </a:r>
          </a:p>
        </p:txBody>
      </p:sp>
      <p:sp>
        <p:nvSpPr>
          <p:cNvPr id="60" name="SlideTitle"/>
          <p:cNvSpPr txBox="1">
            <a:spLocks noGrp="1"/>
          </p:cNvSpPr>
          <p:nvPr/>
        </p:nvSpPr>
        <p:spPr>
          <a:xfrm>
            <a:off x="2667000" y="228600"/>
            <a:ext cx="7112000" cy="1016000"/>
          </a:xfrm>
          <a:prstGeom prst="rect">
            <a:avLst/>
          </a:prstGeom>
          <a:noFill/>
        </p:spPr>
        <p:txBody>
          <a:bodyPr vert="horz" wrap="square" lIns="0" tIns="0" rIns="0" bIns="0" anchor="ctr"/>
          <a:lstStyle/>
          <a:p>
            <a:pPr algn="ctr"/>
            <a:r>
              <a:rPr lang="en-US" sz="3200" b="1" dirty="0">
                <a:solidFill>
                  <a:srgbClr val="7B1519"/>
                </a:solidFill>
                <a:latin typeface="Times New Roman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2281829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3AAE9-F585-BDE8-907D-B0D4C177B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13EAFD3-81CB-97DD-6372-4F1F979DC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14" name="Content Placeholder 13">
            <a:extLst>
              <a:ext uri="{FF2B5EF4-FFF2-40B4-BE49-F238E27FC236}">
                <a16:creationId xmlns:a16="http://schemas.microsoft.com/office/drawing/2014/main" id="{BFDDFE75-A652-49BD-F185-8B582344D6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35952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23266F-2EF3-765A-B29D-B809F98DE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5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812D493-43BA-77E3-CB20-F27B4B0CA8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4117" y="91649"/>
            <a:ext cx="12196115" cy="68519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665B78F-B997-C28C-147A-D551C5838AEE}"/>
              </a:ext>
            </a:extLst>
          </p:cNvPr>
          <p:cNvSpPr txBox="1">
            <a:spLocks/>
          </p:cNvSpPr>
          <p:nvPr/>
        </p:nvSpPr>
        <p:spPr bwMode="auto">
          <a:xfrm>
            <a:off x="2672080" y="6056"/>
            <a:ext cx="8229600" cy="177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37931725" indent="-37474525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sz="4400" b="1" dirty="0">
                <a:solidFill>
                  <a:srgbClr val="953735"/>
                </a:solidFill>
                <a:latin typeface="Calibri" panose="020F0502020204030204" pitchFamily="34" charset="0"/>
              </a:rPr>
              <a:t>Research Questions</a:t>
            </a:r>
            <a:endParaRPr lang="en-US" altLang="en-US" sz="4400" b="1" dirty="0">
              <a:solidFill>
                <a:srgbClr val="9537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2B322308-66B2-60CC-A1BD-3A2D45A980F7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16002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B98DFB35-3170-CA36-CB6E-14C5C80986BB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7526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D212FD1-7B8F-BDAE-4030-3CFA1F215EF1}"/>
              </a:ext>
            </a:extLst>
          </p:cNvPr>
          <p:cNvSpPr txBox="1">
            <a:spLocks noChangeArrowheads="1"/>
          </p:cNvSpPr>
          <p:nvPr/>
        </p:nvSpPr>
        <p:spPr>
          <a:xfrm>
            <a:off x="217016" y="1333501"/>
            <a:ext cx="11753850" cy="5336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b="1" dirty="0"/>
          </a:p>
        </p:txBody>
      </p:sp>
      <p:pic>
        <p:nvPicPr>
          <p:cNvPr id="13" name="Picture 12" descr="The image depicts a cartoonish, headless figure holding a magnifying glass, looking puzzled, with a blue question mark floating above it.&#10;&#10;AI-generated content may be incorrect.">
            <a:extLst>
              <a:ext uri="{FF2B5EF4-FFF2-40B4-BE49-F238E27FC236}">
                <a16:creationId xmlns:a16="http://schemas.microsoft.com/office/drawing/2014/main" id="{91B9ECEA-DE2D-7BB8-8E8A-E7112E52BF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46841" y="106564"/>
            <a:ext cx="1724025" cy="140970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F0259D46-551B-E85E-8C0A-4CCD14232EB6}"/>
              </a:ext>
            </a:extLst>
          </p:cNvPr>
          <p:cNvGrpSpPr/>
          <p:nvPr/>
        </p:nvGrpSpPr>
        <p:grpSpPr>
          <a:xfrm>
            <a:off x="121353" y="1569639"/>
            <a:ext cx="3102359" cy="849712"/>
            <a:chOff x="4526" y="939390"/>
            <a:chExt cx="2721843" cy="180861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A4D6016-DCB2-3E12-768F-A45477F888EC}"/>
                </a:ext>
              </a:extLst>
            </p:cNvPr>
            <p:cNvSpPr/>
            <p:nvPr/>
          </p:nvSpPr>
          <p:spPr>
            <a:xfrm>
              <a:off x="4526" y="939390"/>
              <a:ext cx="2721843" cy="1808610"/>
            </a:xfrm>
            <a:prstGeom prst="rect">
              <a:avLst/>
            </a:prstGeom>
          </p:spPr>
          <p:style>
            <a:lnRef idx="2">
              <a:schemeClr val="accent2"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4C062CC-A5E4-E713-D3C5-9CABB6244F70}"/>
                </a:ext>
              </a:extLst>
            </p:cNvPr>
            <p:cNvSpPr/>
            <p:nvPr/>
          </p:nvSpPr>
          <p:spPr>
            <a:xfrm>
              <a:off x="4526" y="939390"/>
              <a:ext cx="2721843" cy="18086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42240" tIns="81280" rIns="142240" bIns="81280" numCol="1" spcCol="1270" anchor="ctr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Q1</a:t>
              </a:r>
              <a:endParaRPr lang="en-US" sz="2400" kern="12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50551A3-C294-4ACA-6302-EE8B8A55B04C}"/>
              </a:ext>
            </a:extLst>
          </p:cNvPr>
          <p:cNvGrpSpPr/>
          <p:nvPr/>
        </p:nvGrpSpPr>
        <p:grpSpPr>
          <a:xfrm>
            <a:off x="102171" y="2422301"/>
            <a:ext cx="3107754" cy="4399977"/>
            <a:chOff x="-7603" y="1966202"/>
            <a:chExt cx="2733972" cy="3209343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38AB6BB-4E13-9DBB-4CFA-D5C1C0566FD6}"/>
                </a:ext>
              </a:extLst>
            </p:cNvPr>
            <p:cNvSpPr/>
            <p:nvPr/>
          </p:nvSpPr>
          <p:spPr>
            <a:xfrm>
              <a:off x="4526" y="1966202"/>
              <a:ext cx="2721843" cy="2810880"/>
            </a:xfrm>
            <a:prstGeom prst="rect">
              <a:avLst/>
            </a:prstGeom>
          </p:spPr>
          <p:style>
            <a:lnRef idx="2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1BBA148-73C7-1FC4-4B40-D0261DE17CB2}"/>
                </a:ext>
              </a:extLst>
            </p:cNvPr>
            <p:cNvSpPr/>
            <p:nvPr/>
          </p:nvSpPr>
          <p:spPr>
            <a:xfrm>
              <a:off x="-7603" y="2364665"/>
              <a:ext cx="2721843" cy="281088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06680" tIns="106680" rIns="142240" bIns="160020" numCol="1" spcCol="1270" anchor="t" anchorCtr="0">
              <a:noAutofit/>
            </a:bodyPr>
            <a:lstStyle/>
            <a:p>
              <a:pPr marL="228600" lvl="1" indent="-228600" defTabSz="8890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r>
                <a:rPr lang="en-US" sz="2000" dirty="0">
                  <a:solidFill>
                    <a:srgbClr val="3A4A5C"/>
                  </a:solidFill>
                  <a:latin typeface="New time roman"/>
                  <a:ea typeface="Calibri" pitchFamily="34" charset="-122"/>
                  <a:cs typeface="Calibri" pitchFamily="34" charset="-120"/>
                </a:rPr>
                <a:t>How can a Gated Cross-Attention fusion mechanism effectively integrate GNN-based drug and RNN-based protein representations to improve DTI prediction over static concatenation methods?</a:t>
              </a:r>
              <a:endParaRPr lang="en-US" sz="2000" dirty="0">
                <a:latin typeface="New time roman"/>
              </a:endParaRPr>
            </a:p>
            <a:p>
              <a:pPr marL="228600" lvl="1" indent="-228600" defTabSz="8890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•"/>
              </a:pPr>
              <a:endParaRPr lang="en-US" sz="2400" kern="1200" dirty="0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8D7D0019-A4E7-8F17-8683-8FA4CCE57D59}"/>
              </a:ext>
            </a:extLst>
          </p:cNvPr>
          <p:cNvSpPr/>
          <p:nvPr/>
        </p:nvSpPr>
        <p:spPr>
          <a:xfrm>
            <a:off x="6405415" y="4132713"/>
            <a:ext cx="2721843" cy="2810880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06680" tIns="106680" rIns="142240" bIns="160020" numCol="1" spcCol="1270" anchor="t" anchorCtr="0">
            <a:noAutofit/>
          </a:bodyPr>
          <a:lstStyle/>
          <a:p>
            <a:pPr marL="0" lvl="1" algn="l" defTabSz="8890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</a:pPr>
            <a:endParaRPr lang="en-US" sz="2400" kern="1200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7148AF9-A897-7A78-BEDD-FD972AEB07A9}"/>
              </a:ext>
            </a:extLst>
          </p:cNvPr>
          <p:cNvSpPr/>
          <p:nvPr/>
        </p:nvSpPr>
        <p:spPr>
          <a:xfrm>
            <a:off x="8034229" y="1481733"/>
            <a:ext cx="2721843" cy="819147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142240" tIns="81280" rIns="142240" bIns="81280" numCol="1" spcCol="1270" anchor="ctr" anchorCtr="0">
            <a:noAutofit/>
          </a:bodyPr>
          <a:lstStyle/>
          <a:p>
            <a:pPr lvl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Q1</a:t>
            </a:r>
            <a:endParaRPr lang="en-US" sz="2400" kern="1200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7F285EF-0DE4-3B4D-3D59-902FEA9544C7}"/>
              </a:ext>
            </a:extLst>
          </p:cNvPr>
          <p:cNvGrpSpPr/>
          <p:nvPr/>
        </p:nvGrpSpPr>
        <p:grpSpPr>
          <a:xfrm>
            <a:off x="3920343" y="1401171"/>
            <a:ext cx="3093967" cy="1031078"/>
            <a:chOff x="4526" y="939390"/>
            <a:chExt cx="2721843" cy="2055455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0315E0D-A37D-C89B-1B05-2B1610361B7B}"/>
                </a:ext>
              </a:extLst>
            </p:cNvPr>
            <p:cNvSpPr/>
            <p:nvPr/>
          </p:nvSpPr>
          <p:spPr>
            <a:xfrm>
              <a:off x="4526" y="1186235"/>
              <a:ext cx="2721843" cy="1808610"/>
            </a:xfrm>
            <a:prstGeom prst="rect">
              <a:avLst/>
            </a:prstGeom>
          </p:spPr>
          <p:style>
            <a:lnRef idx="2">
              <a:schemeClr val="accent2"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B4330360-E2FC-3555-C545-CEB62927BA3C}"/>
                </a:ext>
              </a:extLst>
            </p:cNvPr>
            <p:cNvSpPr/>
            <p:nvPr/>
          </p:nvSpPr>
          <p:spPr>
            <a:xfrm>
              <a:off x="4526" y="939390"/>
              <a:ext cx="2721843" cy="18086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42240" tIns="81280" rIns="142240" bIns="81280" numCol="1" spcCol="1270" anchor="ctr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Q2</a:t>
              </a:r>
              <a:endParaRPr lang="en-US" sz="2400" kern="1200" dirty="0"/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D63A90BA-B4E8-6660-64FB-DFE691EAFA7E}"/>
              </a:ext>
            </a:extLst>
          </p:cNvPr>
          <p:cNvSpPr/>
          <p:nvPr/>
        </p:nvSpPr>
        <p:spPr>
          <a:xfrm>
            <a:off x="578553" y="2057403"/>
            <a:ext cx="2721843" cy="819147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142240" tIns="81280" rIns="142240" bIns="81280" numCol="1" spcCol="1270" anchor="ctr" anchorCtr="0">
            <a:noAutofit/>
          </a:bodyPr>
          <a:lstStyle/>
          <a:p>
            <a:pPr lvl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2400" kern="1200" dirty="0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6883AF4-0CFC-A37B-28C6-EE88C3E126AC}"/>
              </a:ext>
            </a:extLst>
          </p:cNvPr>
          <p:cNvGrpSpPr/>
          <p:nvPr/>
        </p:nvGrpSpPr>
        <p:grpSpPr>
          <a:xfrm>
            <a:off x="7671708" y="1516264"/>
            <a:ext cx="3040027" cy="829859"/>
            <a:chOff x="4526" y="939390"/>
            <a:chExt cx="2721843" cy="180861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0B713010-E433-9B7A-A075-B653ED70E9E3}"/>
                </a:ext>
              </a:extLst>
            </p:cNvPr>
            <p:cNvSpPr/>
            <p:nvPr/>
          </p:nvSpPr>
          <p:spPr>
            <a:xfrm>
              <a:off x="4526" y="939390"/>
              <a:ext cx="2721843" cy="1808610"/>
            </a:xfrm>
            <a:prstGeom prst="rect">
              <a:avLst/>
            </a:prstGeom>
          </p:spPr>
          <p:style>
            <a:lnRef idx="2">
              <a:schemeClr val="accent2"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63FB2B6-83E4-536E-B5A6-0CC01DEEB92B}"/>
                </a:ext>
              </a:extLst>
            </p:cNvPr>
            <p:cNvSpPr/>
            <p:nvPr/>
          </p:nvSpPr>
          <p:spPr>
            <a:xfrm>
              <a:off x="4526" y="939390"/>
              <a:ext cx="2721843" cy="18086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42240" tIns="81280" rIns="142240" bIns="81280" numCol="1" spcCol="1270" anchor="ctr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Q3</a:t>
              </a:r>
              <a:endParaRPr lang="en-US" sz="2400" kern="1200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F2A107D-3D46-4CA0-23D5-4EF3764E2018}"/>
              </a:ext>
            </a:extLst>
          </p:cNvPr>
          <p:cNvGrpSpPr/>
          <p:nvPr/>
        </p:nvGrpSpPr>
        <p:grpSpPr>
          <a:xfrm>
            <a:off x="3912055" y="2434230"/>
            <a:ext cx="3107753" cy="4285016"/>
            <a:chOff x="-7603" y="2050053"/>
            <a:chExt cx="2733971" cy="3125492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BCE7D7B-12B4-2533-70C8-A7FE9ED12723}"/>
                </a:ext>
              </a:extLst>
            </p:cNvPr>
            <p:cNvSpPr/>
            <p:nvPr/>
          </p:nvSpPr>
          <p:spPr>
            <a:xfrm>
              <a:off x="4525" y="2050053"/>
              <a:ext cx="2721843" cy="2810880"/>
            </a:xfrm>
            <a:prstGeom prst="rect">
              <a:avLst/>
            </a:prstGeom>
          </p:spPr>
          <p:style>
            <a:lnRef idx="2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71D3CCAB-8BA9-8800-AAD1-122A0594E2EA}"/>
                </a:ext>
              </a:extLst>
            </p:cNvPr>
            <p:cNvSpPr/>
            <p:nvPr/>
          </p:nvSpPr>
          <p:spPr>
            <a:xfrm>
              <a:off x="-7603" y="2364665"/>
              <a:ext cx="2721843" cy="281088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06680" tIns="106680" rIns="142240" bIns="160020" numCol="1" spcCol="1270" anchor="t" anchorCtr="0">
              <a:noAutofit/>
            </a:bodyPr>
            <a:lstStyle/>
            <a:p>
              <a:pPr marL="228600" lvl="1" indent="-228600" defTabSz="8890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r>
                <a:rPr lang="en-US" sz="2000" dirty="0">
                  <a:solidFill>
                    <a:srgbClr val="3A4A5C"/>
                  </a:solidFill>
                  <a:latin typeface="New time roman"/>
                  <a:ea typeface="Calibri" pitchFamily="34" charset="-122"/>
                  <a:cs typeface="Calibri" pitchFamily="34" charset="-120"/>
                </a:rPr>
                <a:t>To what extent can pre-trained molecular and protein language embeddings, combined with imbalance-aware learning, improve generalization to unseen drugs, targets, and cross-dataset scenarios?</a:t>
              </a:r>
              <a:endParaRPr lang="en-US" sz="2000" dirty="0">
                <a:latin typeface="New time roman"/>
              </a:endParaRPr>
            </a:p>
            <a:p>
              <a:pPr marL="228600" lvl="1" indent="-228600" defTabSz="8890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•"/>
              </a:pPr>
              <a:endParaRPr lang="en-US" sz="2400" kern="1200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E7D8C2A-BFEE-EB2D-2862-23B078B2C4A7}"/>
              </a:ext>
            </a:extLst>
          </p:cNvPr>
          <p:cNvGrpSpPr/>
          <p:nvPr/>
        </p:nvGrpSpPr>
        <p:grpSpPr>
          <a:xfrm>
            <a:off x="7617768" y="2366374"/>
            <a:ext cx="3107754" cy="4399977"/>
            <a:chOff x="-7603" y="1966202"/>
            <a:chExt cx="2733972" cy="320934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3D1F3A5B-B23A-DD6D-68C7-AF96864D9802}"/>
                </a:ext>
              </a:extLst>
            </p:cNvPr>
            <p:cNvSpPr/>
            <p:nvPr/>
          </p:nvSpPr>
          <p:spPr>
            <a:xfrm>
              <a:off x="4526" y="1966202"/>
              <a:ext cx="2721843" cy="2810880"/>
            </a:xfrm>
            <a:prstGeom prst="rect">
              <a:avLst/>
            </a:prstGeom>
          </p:spPr>
          <p:style>
            <a:lnRef idx="2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03AAB23-077F-A94C-5B58-2750AC0F6693}"/>
                </a:ext>
              </a:extLst>
            </p:cNvPr>
            <p:cNvSpPr/>
            <p:nvPr/>
          </p:nvSpPr>
          <p:spPr>
            <a:xfrm>
              <a:off x="-7603" y="2364665"/>
              <a:ext cx="2721843" cy="281088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06680" tIns="106680" rIns="142240" bIns="160020" numCol="1" spcCol="1270" anchor="t" anchorCtr="0">
              <a:noAutofit/>
            </a:bodyPr>
            <a:lstStyle/>
            <a:p>
              <a:pPr marL="228600" lvl="1" indent="-228600" defTabSz="8890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r>
                <a:rPr lang="en-US" sz="2000" dirty="0">
                  <a:solidFill>
                    <a:srgbClr val="3A4A5C"/>
                  </a:solidFill>
                  <a:latin typeface="New time roman"/>
                  <a:ea typeface="Calibri" pitchFamily="34" charset="-122"/>
                  <a:cs typeface="Calibri" pitchFamily="34" charset="-120"/>
                </a:rPr>
                <a:t>Can an attention-enhanced hybrid model provide interpretable, biologically meaningful insights by identifying key binding residues and pharmacophoric features?</a:t>
              </a:r>
              <a:endParaRPr lang="en-US" sz="2000" dirty="0">
                <a:latin typeface="New time roman"/>
              </a:endParaRPr>
            </a:p>
            <a:p>
              <a:pPr marL="228600" lvl="1" indent="-228600" defTabSz="8890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•"/>
              </a:pPr>
              <a:endParaRPr lang="en-US" sz="2400" kern="1200" dirty="0">
                <a:latin typeface="New time roman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31043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92A21-EE3B-CF4C-3B8B-9C07D2A42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AE19C4C-62EF-4A9A-3C59-BA67E7245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358BC89-F218-122E-3334-39FC6F554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2530BC-7A31-A1D2-1239-7A0D8B92E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6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1C381A-7A06-0BAF-3786-A52072C34F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16" y="6056"/>
            <a:ext cx="12196115" cy="68519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5AE43C3-72DF-A1BA-D3D4-BAD542984F29}"/>
              </a:ext>
            </a:extLst>
          </p:cNvPr>
          <p:cNvSpPr txBox="1">
            <a:spLocks/>
          </p:cNvSpPr>
          <p:nvPr/>
        </p:nvSpPr>
        <p:spPr bwMode="auto">
          <a:xfrm>
            <a:off x="2672080" y="6056"/>
            <a:ext cx="8229600" cy="177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37931725" indent="-37474525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endParaRPr lang="en-US" altLang="en-US" sz="4400" b="1" dirty="0">
              <a:solidFill>
                <a:srgbClr val="9537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6ECFA92A-8DC8-C967-FE68-D9549ED21D63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16002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2EF6BE5B-3A44-0417-B776-3EE7BA337D65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7526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2B86FC64-A765-5BE2-A8C1-902A9576CA68}"/>
              </a:ext>
            </a:extLst>
          </p:cNvPr>
          <p:cNvSpPr txBox="1">
            <a:spLocks noChangeArrowheads="1"/>
          </p:cNvSpPr>
          <p:nvPr/>
        </p:nvSpPr>
        <p:spPr>
          <a:xfrm>
            <a:off x="217016" y="3200401"/>
            <a:ext cx="11753850" cy="5336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b="1" dirty="0"/>
          </a:p>
        </p:txBody>
      </p:sp>
      <p:pic>
        <p:nvPicPr>
          <p:cNvPr id="10" name="Content Placeholder 1" descr="learning-objectives-training-content-assessments">
            <a:extLst>
              <a:ext uri="{FF2B5EF4-FFF2-40B4-BE49-F238E27FC236}">
                <a16:creationId xmlns:a16="http://schemas.microsoft.com/office/drawing/2014/main" id="{0FC919CC-E524-8572-A8E4-D1BBF1C7543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589" r="17315"/>
          <a:stretch>
            <a:fillRect/>
          </a:stretch>
        </p:blipFill>
        <p:spPr bwMode="auto">
          <a:xfrm>
            <a:off x="632751" y="1140027"/>
            <a:ext cx="1062362" cy="7262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F717EC7-9FC0-3621-FC8D-D3242813E2A7}"/>
              </a:ext>
            </a:extLst>
          </p:cNvPr>
          <p:cNvSpPr/>
          <p:nvPr/>
        </p:nvSpPr>
        <p:spPr>
          <a:xfrm>
            <a:off x="4010025" y="381000"/>
            <a:ext cx="5295900" cy="64948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chemeClr val="tx1"/>
                </a:solidFill>
                <a:latin typeface="Calibri" panose="020F0502020204030204" pitchFamily="34" charset="0"/>
              </a:rPr>
              <a:t>Research Objectives</a:t>
            </a:r>
            <a:endParaRPr lang="en-US" altLang="en-US" sz="4000" b="1" dirty="0">
              <a:solidFill>
                <a:schemeClr val="tx1"/>
              </a:solidFill>
              <a:latin typeface="Calibri" panose="020F0502020204030204" pitchFamily="34" charset="0"/>
            </a:endParaRPr>
          </a:p>
          <a:p>
            <a:pPr algn="ctr"/>
            <a:endParaRPr lang="en-US" dirty="0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17192A11-DF02-FABE-0C25-72603DD7C821}"/>
              </a:ext>
            </a:extLst>
          </p:cNvPr>
          <p:cNvSpPr/>
          <p:nvPr/>
        </p:nvSpPr>
        <p:spPr bwMode="auto">
          <a:xfrm>
            <a:off x="1695113" y="1085062"/>
            <a:ext cx="10306387" cy="169197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r>
              <a:rPr lang="en-US" sz="2000" dirty="0">
                <a:solidFill>
                  <a:srgbClr val="FFFFFF"/>
                </a:solidFill>
                <a:latin typeface="New time roman"/>
                <a:ea typeface="Calibri" pitchFamily="34" charset="-122"/>
                <a:cs typeface="Calibri" pitchFamily="34" charset="-120"/>
              </a:rPr>
              <a:t>Design a hybrid GNN + RNN model with dynamic cross-modal fusion to improve DTI prediction accuracy, generalization, and interpretability.</a:t>
            </a:r>
            <a:endParaRPr lang="en-US" sz="2000" dirty="0">
              <a:latin typeface="New time roman"/>
            </a:endParaRPr>
          </a:p>
        </p:txBody>
      </p:sp>
      <p:sp>
        <p:nvSpPr>
          <p:cNvPr id="13" name="Rounded Rectangle 35">
            <a:extLst>
              <a:ext uri="{FF2B5EF4-FFF2-40B4-BE49-F238E27FC236}">
                <a16:creationId xmlns:a16="http://schemas.microsoft.com/office/drawing/2014/main" id="{BDEE4ABF-349E-35F6-A897-AB3FEBD5BD57}"/>
              </a:ext>
            </a:extLst>
          </p:cNvPr>
          <p:cNvSpPr/>
          <p:nvPr/>
        </p:nvSpPr>
        <p:spPr>
          <a:xfrm rot="275304">
            <a:off x="1731465" y="1142047"/>
            <a:ext cx="1174626" cy="453374"/>
          </a:xfrm>
          <a:prstGeom prst="roundRect">
            <a:avLst/>
          </a:prstGeom>
          <a:solidFill>
            <a:schemeClr val="bg2"/>
          </a:solidFill>
          <a:effectLst>
            <a:outerShdw blurRad="50800" dist="38100" dir="16200000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>
              <a:rot lat="0" lon="0" rev="0"/>
            </a:lightRig>
          </a:scene3d>
          <a:sp3d prstMaterial="plastic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solidFill>
                  <a:prstClr val="black"/>
                </a:solidFill>
                <a:latin typeface="Times New Roman" panose="02020603050405020304" pitchFamily="18" charset="0"/>
                <a:ea typeface="Calibri" panose="020F0502020204030204"/>
                <a:cs typeface="Times New Roman" panose="02020603050405020304" pitchFamily="18" charset="0"/>
                <a:sym typeface="+mn-ea"/>
              </a:rPr>
              <a:t>Main Aim</a:t>
            </a:r>
            <a:endParaRPr lang="en-US" sz="1600" b="1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1499980-B3AB-9333-0858-2C6F76C566C5}"/>
              </a:ext>
            </a:extLst>
          </p:cNvPr>
          <p:cNvSpPr/>
          <p:nvPr/>
        </p:nvSpPr>
        <p:spPr>
          <a:xfrm>
            <a:off x="609600" y="2959200"/>
            <a:ext cx="2943224" cy="43814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O1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0A6B9B7-578F-2299-EB1E-35530F6EEE32}"/>
              </a:ext>
            </a:extLst>
          </p:cNvPr>
          <p:cNvSpPr/>
          <p:nvPr/>
        </p:nvSpPr>
        <p:spPr>
          <a:xfrm>
            <a:off x="8380170" y="2869107"/>
            <a:ext cx="2943224" cy="43814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O3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6C10950-89F7-89D2-4385-A7E6AFB13EA8}"/>
              </a:ext>
            </a:extLst>
          </p:cNvPr>
          <p:cNvSpPr/>
          <p:nvPr/>
        </p:nvSpPr>
        <p:spPr>
          <a:xfrm>
            <a:off x="4357688" y="2936379"/>
            <a:ext cx="2943224" cy="43814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O2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330B710-7B58-E890-E486-E6172E5255C7}"/>
              </a:ext>
            </a:extLst>
          </p:cNvPr>
          <p:cNvSpPr/>
          <p:nvPr/>
        </p:nvSpPr>
        <p:spPr>
          <a:xfrm>
            <a:off x="600075" y="3419475"/>
            <a:ext cx="2943224" cy="316011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A4A5C"/>
                </a:solidFill>
                <a:latin typeface="New time roman"/>
                <a:ea typeface="Calibri" pitchFamily="34" charset="-122"/>
                <a:cs typeface="Calibri" pitchFamily="34" charset="-120"/>
              </a:rPr>
              <a:t>Design and evaluate H-GNN-RNN-DTI integrating structural graph &amp; sequence encoders via an advanced cross-modal fusion mechanism achieving statistically significant improvements.</a:t>
            </a:r>
            <a:endParaRPr lang="en-US" dirty="0">
              <a:latin typeface="New time roman"/>
            </a:endParaRPr>
          </a:p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B8B8B05-3533-D915-7197-9F21793AD2DF}"/>
              </a:ext>
            </a:extLst>
          </p:cNvPr>
          <p:cNvSpPr/>
          <p:nvPr/>
        </p:nvSpPr>
        <p:spPr>
          <a:xfrm>
            <a:off x="4363949" y="3356277"/>
            <a:ext cx="2943224" cy="316011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A4A5C"/>
                </a:solidFill>
                <a:latin typeface="New time roman"/>
                <a:ea typeface="Calibri" pitchFamily="34" charset="-122"/>
                <a:cs typeface="Calibri" pitchFamily="34" charset="-120"/>
              </a:rPr>
              <a:t>Develop an imbalance-aware learning and foundation-model-based embedding strategy to significantly enhance predictive performance in cold-start generalization scenarios.</a:t>
            </a:r>
            <a:endParaRPr lang="en-US" dirty="0">
              <a:latin typeface="New time roman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1CE978D-BAB9-5C17-19BC-4103DF82B749}"/>
              </a:ext>
            </a:extLst>
          </p:cNvPr>
          <p:cNvSpPr/>
          <p:nvPr/>
        </p:nvSpPr>
        <p:spPr>
          <a:xfrm>
            <a:off x="8374534" y="3281446"/>
            <a:ext cx="2943224" cy="316011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A4A5C"/>
                </a:solidFill>
                <a:latin typeface="New time roman"/>
                <a:ea typeface="Calibri" pitchFamily="34" charset="-122"/>
                <a:cs typeface="Calibri" pitchFamily="34" charset="-120"/>
              </a:rPr>
              <a:t>Implement and benchmark an attention-based interpretability layer that generates quantitative and visual explanations of DTI/DTA predictions for SAR studies.</a:t>
            </a:r>
            <a:endParaRPr lang="en-US" dirty="0">
              <a:latin typeface="New time roman"/>
            </a:endParaRPr>
          </a:p>
        </p:txBody>
      </p:sp>
    </p:spTree>
    <p:extLst>
      <p:ext uri="{BB962C8B-B14F-4D97-AF65-F5344CB8AC3E}">
        <p14:creationId xmlns:p14="http://schemas.microsoft.com/office/powerpoint/2010/main" val="2273941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960B5-B42A-135D-1442-736573BC6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4779E3A-9801-39CF-4B4E-8B0409BF4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C38546F-A6B9-A7AB-9F9E-79662FD4D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5D425F-0416-B7C3-B018-B05B5D929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7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8AD2B4-E1B2-54DA-4F90-FE86883039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166" y="6056"/>
            <a:ext cx="12196115" cy="68519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32D0759A-2BB9-BC46-175F-D410FF9A691B}"/>
              </a:ext>
            </a:extLst>
          </p:cNvPr>
          <p:cNvSpPr txBox="1">
            <a:spLocks/>
          </p:cNvSpPr>
          <p:nvPr/>
        </p:nvSpPr>
        <p:spPr bwMode="auto">
          <a:xfrm>
            <a:off x="2672080" y="209550"/>
            <a:ext cx="8229600" cy="1219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37931725" indent="-37474525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sz="4400" b="1" dirty="0">
                <a:solidFill>
                  <a:srgbClr val="953735"/>
                </a:solidFill>
                <a:latin typeface="Calibri" panose="020F0502020204030204" pitchFamily="34" charset="0"/>
              </a:rPr>
              <a:t>Scope of the Study</a:t>
            </a:r>
            <a:endParaRPr lang="en-US" altLang="en-US" sz="4400" b="1" dirty="0">
              <a:solidFill>
                <a:srgbClr val="9537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1A442B75-5C90-D8B8-CBC6-4CBC1297E0D1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16002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10BAD134-E0BB-BA78-3E01-96EB7121BD00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7526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382AAE27-C4B7-0564-3ED2-BEDDE5F6C75D}"/>
              </a:ext>
            </a:extLst>
          </p:cNvPr>
          <p:cNvSpPr txBox="1">
            <a:spLocks noChangeArrowheads="1"/>
          </p:cNvSpPr>
          <p:nvPr/>
        </p:nvSpPr>
        <p:spPr>
          <a:xfrm>
            <a:off x="-1" y="1632446"/>
            <a:ext cx="12191999" cy="50890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of the Research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Binary DTI classification &amp; DTA regression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SMILES-based drug graphs + ESM-2 protein embeddings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Benchmark datasets (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BindingDB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DAVIS, KIBA,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DrugBank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ChEMBL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H-GAT + Bi-LSTM/Bi-GRU with cross-attention fusion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Evaluation: AUC-ROC, AUPR, RMSE, MAE, PCC (incl. cold-start)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Interpretability via attention maps &amp; Grad-CAM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DA5219-B391-49D4-8B69-20996CF4A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805" y="3742833"/>
            <a:ext cx="4346790" cy="3098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024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BAF0F-4E69-328B-CCE8-F9A0FF235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8D5FAF-0993-EE77-1A5B-79ABB24B5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14" name="Content Placeholder 13">
            <a:extLst>
              <a:ext uri="{FF2B5EF4-FFF2-40B4-BE49-F238E27FC236}">
                <a16:creationId xmlns:a16="http://schemas.microsoft.com/office/drawing/2014/main" id="{0805AFD3-6D1A-F1B1-BC03-8C758A3985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9068976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9A92FD-395F-8960-AAB8-321061D4E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8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78E1FE-1BDB-466A-39E3-D5260565AF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23166" y="6056"/>
            <a:ext cx="12196115" cy="68519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2969D41E-BF73-A6BC-C404-AAEB1DE4D674}"/>
              </a:ext>
            </a:extLst>
          </p:cNvPr>
          <p:cNvSpPr txBox="1">
            <a:spLocks/>
          </p:cNvSpPr>
          <p:nvPr/>
        </p:nvSpPr>
        <p:spPr bwMode="auto">
          <a:xfrm>
            <a:off x="2672080" y="209550"/>
            <a:ext cx="8229600" cy="1219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37931725" indent="-37474525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sz="4400" b="1" dirty="0">
                <a:solidFill>
                  <a:srgbClr val="953735"/>
                </a:solidFill>
                <a:latin typeface="Calibri" panose="020F0502020204030204" pitchFamily="34" charset="0"/>
              </a:rPr>
              <a:t>Significances of the Study</a:t>
            </a:r>
            <a:endParaRPr lang="en-US" altLang="en-US" sz="4400" b="1" dirty="0">
              <a:solidFill>
                <a:srgbClr val="9537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35AEF04-694A-7036-FC58-1A61013D8EA9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16002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11FF8E81-1D95-0A90-4CA0-7DED6C87739B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7526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067E064-B29E-0BF8-4A84-7ECC7C92B5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1451" y="1618618"/>
            <a:ext cx="2635385" cy="3288730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AB9C7122-5151-A86D-ECD3-220986E56BD2}"/>
              </a:ext>
            </a:extLst>
          </p:cNvPr>
          <p:cNvGrpSpPr/>
          <p:nvPr/>
        </p:nvGrpSpPr>
        <p:grpSpPr>
          <a:xfrm>
            <a:off x="3287673" y="1697977"/>
            <a:ext cx="8295178" cy="1448519"/>
            <a:chOff x="0" y="553589"/>
            <a:chExt cx="8295178" cy="1448519"/>
          </a:xfrm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2AD2C00A-117C-F916-F469-50AF954C545D}"/>
                </a:ext>
              </a:extLst>
            </p:cNvPr>
            <p:cNvSpPr/>
            <p:nvPr/>
          </p:nvSpPr>
          <p:spPr>
            <a:xfrm>
              <a:off x="0" y="553589"/>
              <a:ext cx="8295178" cy="1448519"/>
            </a:xfrm>
            <a:prstGeom prst="roundRect">
              <a:avLst/>
            </a:prstGeom>
            <a:ln>
              <a:noFill/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p3d prstMaterial="matte">
              <a:bevelT w="127000" h="63500"/>
            </a:sp3d>
          </p:spPr>
          <p:style>
            <a:lnRef idx="2">
              <a:scrgbClr r="0" g="0" b="0"/>
            </a:lnRef>
            <a:fillRef idx="1">
              <a:schemeClr val="accent2">
                <a:hueOff val="0"/>
                <a:satOff val="0"/>
                <a:lumOff val="0"/>
                <a:alphaOff val="0"/>
              </a:schemeClr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: Rounded Corners 4">
              <a:extLst>
                <a:ext uri="{FF2B5EF4-FFF2-40B4-BE49-F238E27FC236}">
                  <a16:creationId xmlns:a16="http://schemas.microsoft.com/office/drawing/2014/main" id="{2490C408-02F1-851B-6AAD-EE32C237AE58}"/>
                </a:ext>
              </a:extLst>
            </p:cNvPr>
            <p:cNvSpPr txBox="1"/>
            <p:nvPr/>
          </p:nvSpPr>
          <p:spPr>
            <a:xfrm>
              <a:off x="70711" y="624300"/>
              <a:ext cx="8153756" cy="1307097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6680" tIns="106680" rIns="106680" bIns="106680" numCol="1" spcCol="1270" anchor="ctr" anchorCtr="0">
              <a:noAutofit/>
            </a:bodyPr>
            <a:lstStyle/>
            <a:p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Improves DTI prediction using hybrid deep learning with effective feature fusion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8997A9D-BF63-5479-7DCE-F4F6372860B6}"/>
              </a:ext>
            </a:extLst>
          </p:cNvPr>
          <p:cNvGrpSpPr/>
          <p:nvPr/>
        </p:nvGrpSpPr>
        <p:grpSpPr>
          <a:xfrm>
            <a:off x="3269208" y="3034691"/>
            <a:ext cx="8295178" cy="1472104"/>
            <a:chOff x="0" y="2016424"/>
            <a:chExt cx="8295178" cy="1472104"/>
          </a:xfrm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A40DB85-DFB8-B0EF-9F30-98E81F3DDC34}"/>
                </a:ext>
              </a:extLst>
            </p:cNvPr>
            <p:cNvSpPr/>
            <p:nvPr/>
          </p:nvSpPr>
          <p:spPr>
            <a:xfrm>
              <a:off x="0" y="2016424"/>
              <a:ext cx="8295178" cy="1472104"/>
            </a:xfrm>
            <a:prstGeom prst="roundRect">
              <a:avLst/>
            </a:prstGeom>
            <a:ln>
              <a:noFill/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p3d prstMaterial="matte">
              <a:bevelT w="127000" h="63500"/>
            </a:sp3d>
          </p:spPr>
          <p:style>
            <a:lnRef idx="2">
              <a:scrgbClr r="0" g="0" b="0"/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: Rounded Corners 4">
              <a:extLst>
                <a:ext uri="{FF2B5EF4-FFF2-40B4-BE49-F238E27FC236}">
                  <a16:creationId xmlns:a16="http://schemas.microsoft.com/office/drawing/2014/main" id="{A86E5C99-9394-3B69-A606-6AF975FB4534}"/>
                </a:ext>
              </a:extLst>
            </p:cNvPr>
            <p:cNvSpPr txBox="1"/>
            <p:nvPr/>
          </p:nvSpPr>
          <p:spPr>
            <a:xfrm>
              <a:off x="71862" y="2088286"/>
              <a:ext cx="8151454" cy="1328380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6680" tIns="106680" rIns="106680" bIns="106680" numCol="1" spcCol="1270" anchor="ctr" anchorCtr="0">
              <a:noAutofit/>
            </a:bodyPr>
            <a:lstStyle/>
            <a:p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Enhances generalization and provides interpretable insights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2316EA2-5FF0-5E1A-644E-716714B3CA14}"/>
              </a:ext>
            </a:extLst>
          </p:cNvPr>
          <p:cNvGrpSpPr/>
          <p:nvPr/>
        </p:nvGrpSpPr>
        <p:grpSpPr>
          <a:xfrm>
            <a:off x="3278446" y="4539750"/>
            <a:ext cx="8295178" cy="1159000"/>
            <a:chOff x="0" y="3502844"/>
            <a:chExt cx="8295178" cy="1159000"/>
          </a:xfrm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</p:grpSpPr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F320A43F-3185-624A-21B0-A9EEB2EC130F}"/>
                </a:ext>
              </a:extLst>
            </p:cNvPr>
            <p:cNvSpPr/>
            <p:nvPr/>
          </p:nvSpPr>
          <p:spPr>
            <a:xfrm>
              <a:off x="0" y="3502844"/>
              <a:ext cx="8295178" cy="1159000"/>
            </a:xfrm>
            <a:prstGeom prst="roundRect">
              <a:avLst/>
            </a:prstGeom>
            <a:ln>
              <a:noFill/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p3d prstMaterial="matte">
              <a:bevelT w="127000" h="63500"/>
            </a:sp3d>
          </p:spPr>
          <p:style>
            <a:lnRef idx="2">
              <a:scrgbClr r="0" g="0" b="0"/>
            </a:lnRef>
            <a:fillRef idx="1">
              <a:schemeClr val="accent4">
                <a:hueOff val="0"/>
                <a:satOff val="0"/>
                <a:lumOff val="0"/>
                <a:alphaOff val="0"/>
              </a:schemeClr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: Rounded Corners 4">
              <a:extLst>
                <a:ext uri="{FF2B5EF4-FFF2-40B4-BE49-F238E27FC236}">
                  <a16:creationId xmlns:a16="http://schemas.microsoft.com/office/drawing/2014/main" id="{DFABA0AC-E12D-E0FE-D0CD-ADFC2F061255}"/>
                </a:ext>
              </a:extLst>
            </p:cNvPr>
            <p:cNvSpPr txBox="1"/>
            <p:nvPr/>
          </p:nvSpPr>
          <p:spPr>
            <a:xfrm>
              <a:off x="56578" y="3559422"/>
              <a:ext cx="8182022" cy="1045844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6680" tIns="106680" rIns="106680" bIns="106680" numCol="1" spcCol="1270" anchor="ctr" anchorCtr="0">
              <a:noAutofit/>
            </a:bodyPr>
            <a:lstStyle/>
            <a:p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Enables faster, cost-effective drug discovery and drug repurposing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34565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3FB4C-45C9-75A2-A254-1D4E81964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696A0C8-5055-369F-BA0C-026C55368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0BBDB27-7743-D499-1D51-3EBE37C60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7FF3F8-8FAA-4619-D69F-40085D572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9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6802F2-E182-307D-4C35-EC1941756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16" y="6056"/>
            <a:ext cx="12196115" cy="68519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1301176-D019-F666-7684-5A189D899B73}"/>
              </a:ext>
            </a:extLst>
          </p:cNvPr>
          <p:cNvSpPr txBox="1">
            <a:spLocks/>
          </p:cNvSpPr>
          <p:nvPr/>
        </p:nvSpPr>
        <p:spPr bwMode="auto">
          <a:xfrm>
            <a:off x="2672080" y="637382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37931725" indent="-37474525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sz="4400" b="1" dirty="0">
                <a:solidFill>
                  <a:srgbClr val="953735"/>
                </a:solidFill>
                <a:latin typeface="Calibri" panose="020F0502020204030204" pitchFamily="34" charset="0"/>
              </a:rPr>
              <a:t>Overview of Literature Review</a:t>
            </a:r>
            <a:endParaRPr lang="en-US" altLang="en-US" sz="4400" b="1" dirty="0">
              <a:solidFill>
                <a:srgbClr val="9537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DD91D851-5525-D16C-5C63-B0B42B7E52D2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16002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88B7FEFC-2D95-F8C5-B428-C21604001636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7526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BF4D1368-B4F0-E45D-0BE5-23E5601FA558}"/>
              </a:ext>
            </a:extLst>
          </p:cNvPr>
          <p:cNvSpPr txBox="1">
            <a:spLocks noChangeArrowheads="1"/>
          </p:cNvSpPr>
          <p:nvPr/>
        </p:nvSpPr>
        <p:spPr>
          <a:xfrm>
            <a:off x="247649" y="1600202"/>
            <a:ext cx="11944349" cy="51212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11" name="Picture 10" descr="The diagram illustrates a timeline of various molecular docking and machine learning techniques, highlighting their evolution and improvements from 1990 to 2024, with annotations on challenges and advancements in the field.&#10;&#10;AI-generated content may be incorrect.">
            <a:extLst>
              <a:ext uri="{FF2B5EF4-FFF2-40B4-BE49-F238E27FC236}">
                <a16:creationId xmlns:a16="http://schemas.microsoft.com/office/drawing/2014/main" id="{F8E475E6-E161-4253-93D6-630AC9F69B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974" y="1620008"/>
            <a:ext cx="10732052" cy="5231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424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81BAB-8901-3D44-45CF-F5C2E03A0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8C2C34-0B0B-D4DA-D070-C4F01A9C5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C4C78D9-27C0-F481-F4E7-30DE5289D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45E46-55C6-2441-0093-50ED89BE4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10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B21BBC-9D9F-E992-1FDB-24FC5990C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16" y="6056"/>
            <a:ext cx="12196115" cy="68519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EBB3C00-BA78-40CD-200A-83C6E3FACC93}"/>
              </a:ext>
            </a:extLst>
          </p:cNvPr>
          <p:cNvSpPr txBox="1">
            <a:spLocks/>
          </p:cNvSpPr>
          <p:nvPr/>
        </p:nvSpPr>
        <p:spPr bwMode="auto">
          <a:xfrm>
            <a:off x="2672080" y="637382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37931725" indent="-37474525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latin typeface="Calibri" panose="020F0502020204030204" pitchFamily="34" charset="0"/>
              </a:rPr>
              <a:t>Structure of DTI methods</a:t>
            </a:r>
            <a:endParaRPr lang="en-US" altLang="en-US" sz="4400" b="1" dirty="0">
              <a:solidFill>
                <a:schemeClr val="accent2">
                  <a:lumMod val="50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D8969919-C53F-FCA0-C892-D07C11A8ADF5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16002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296492A7-4A48-0652-813E-09F1F709C043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7526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8017D3B6-68EA-6DBD-DB32-781CF3A21684}"/>
              </a:ext>
            </a:extLst>
          </p:cNvPr>
          <p:cNvSpPr txBox="1">
            <a:spLocks noChangeArrowheads="1"/>
          </p:cNvSpPr>
          <p:nvPr/>
        </p:nvSpPr>
        <p:spPr>
          <a:xfrm>
            <a:off x="247649" y="1600202"/>
            <a:ext cx="11944349" cy="51212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80D1AB4-C56C-E6C5-5FBF-6406FF0A63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14764"/>
            <a:ext cx="12191999" cy="5343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358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F904F-A72B-1271-3448-CEB40DE28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3B040DC-2E24-CDDE-B34F-10952501A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5AAE15-D76F-9220-A8A2-CA7B08C3F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600C9-36DC-923D-2046-83D68FD68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11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588E99-2090-D733-00A9-218181799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16" y="6056"/>
            <a:ext cx="12196115" cy="68519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1D4B945-8551-E376-D742-A00D525D2D40}"/>
              </a:ext>
            </a:extLst>
          </p:cNvPr>
          <p:cNvSpPr txBox="1">
            <a:spLocks/>
          </p:cNvSpPr>
          <p:nvPr/>
        </p:nvSpPr>
        <p:spPr bwMode="auto">
          <a:xfrm>
            <a:off x="3409950" y="6056"/>
            <a:ext cx="8782048" cy="12863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37931725" indent="-37474525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sz="4000" b="1" dirty="0">
                <a:solidFill>
                  <a:srgbClr val="953735"/>
                </a:solidFill>
                <a:latin typeface="Calibri" panose="020F0502020204030204" pitchFamily="34" charset="0"/>
              </a:rPr>
              <a:t>Methodology, Timeline &amp; Milestones</a:t>
            </a:r>
            <a:endParaRPr lang="en-US" altLang="en-US" sz="4000" b="1" dirty="0">
              <a:solidFill>
                <a:srgbClr val="9537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D2A17A4A-9261-EB93-9145-59C32A3B2D89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16002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13A873D4-21A0-3FFE-FD01-47019E863DE7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7526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BEA713C5-9A4F-829F-FB6C-FB9EB428BF5A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1905002"/>
            <a:ext cx="11887200" cy="48926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Design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 Collection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DrugBank,  ChEMBL, and PubChem.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Tokenization, encoding, normalization,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Padding, and reshaping</a:t>
            </a: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457200" lvl="1" indent="0">
              <a:buNone/>
            </a:pPr>
            <a:endParaRPr lang="en-US" b="1" dirty="0"/>
          </a:p>
        </p:txBody>
      </p:sp>
      <p:pic>
        <p:nvPicPr>
          <p:cNvPr id="11" name="Picture 10" descr="4LDQ8hFsN_LipzwmInUbV4ogcxs9Ws2Q08cGSmZF1eMgrVKd2Gmvyn4UO9JAuTsnCv0NFqSVvt07bAVtTR41jAVU">
            <a:extLst>
              <a:ext uri="{FF2B5EF4-FFF2-40B4-BE49-F238E27FC236}">
                <a16:creationId xmlns:a16="http://schemas.microsoft.com/office/drawing/2014/main" id="{021D7061-3B9A-43AB-94E9-1FD4750C8E6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-6000" contrast="6000"/>
          </a:blip>
          <a:stretch>
            <a:fillRect/>
          </a:stretch>
        </p:blipFill>
        <p:spPr>
          <a:xfrm>
            <a:off x="1522730" y="895565"/>
            <a:ext cx="4935220" cy="195895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2350" y="6007100"/>
            <a:ext cx="3981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 chart of the proposed research </a:t>
            </a:r>
          </a:p>
        </p:txBody>
      </p:sp>
      <p:pic>
        <p:nvPicPr>
          <p:cNvPr id="13" name="Picture 12" descr="A diagram of a company&#10;&#10;AI-generated content may be incorrect.">
            <a:extLst>
              <a:ext uri="{FF2B5EF4-FFF2-40B4-BE49-F238E27FC236}">
                <a16:creationId xmlns:a16="http://schemas.microsoft.com/office/drawing/2014/main" id="{E7CBFD86-3BAA-03CB-7A39-D7BFF28138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7950" y="950250"/>
            <a:ext cx="5505450" cy="5056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037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B2581-C5B6-4F08-12C4-3AF9CCA33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0023D5C-CB49-ABD6-C88D-E3296C2F3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8CA5703-DAF1-6761-4146-A899BFDC69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F28AE-FB3D-3796-DDFF-694CCD081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12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EF9389-7E22-BA79-0868-E5801DFF2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9" y="-12416"/>
            <a:ext cx="12196115" cy="68519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E698D005-1CA8-D3DB-9DEA-DF50FAE0B0D2}"/>
              </a:ext>
            </a:extLst>
          </p:cNvPr>
          <p:cNvSpPr txBox="1">
            <a:spLocks/>
          </p:cNvSpPr>
          <p:nvPr/>
        </p:nvSpPr>
        <p:spPr bwMode="auto">
          <a:xfrm>
            <a:off x="4012564" y="-49047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37931725" indent="-37474525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sz="4000" b="1" dirty="0">
                <a:solidFill>
                  <a:srgbClr val="953735"/>
                </a:solidFill>
                <a:latin typeface="Calibri" panose="020F0502020204030204" pitchFamily="34" charset="0"/>
              </a:rPr>
              <a:t>Methodology, Timeline &amp; Milestones</a:t>
            </a:r>
            <a:endParaRPr lang="en-US" altLang="en-US" sz="4000" b="1" dirty="0">
              <a:solidFill>
                <a:srgbClr val="9537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05CA2D7C-9A4D-CB04-962F-61D032BCE1D9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16002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8075A0B0-C207-CDE2-A6BE-9E0E50CA47BD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7526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3FEAA4E8-15C5-49FA-3071-53D2097402D9}"/>
              </a:ext>
            </a:extLst>
          </p:cNvPr>
          <p:cNvSpPr txBox="1">
            <a:spLocks noChangeArrowheads="1"/>
          </p:cNvSpPr>
          <p:nvPr/>
        </p:nvSpPr>
        <p:spPr>
          <a:xfrm>
            <a:off x="133351" y="1600202"/>
            <a:ext cx="11753850" cy="4797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10545" y="6307338"/>
            <a:ext cx="4156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Schematic of data preprocessing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 descr="A diagram of data processing&#10;&#10;AI-generated content may be incorrect.">
            <a:extLst>
              <a:ext uri="{FF2B5EF4-FFF2-40B4-BE49-F238E27FC236}">
                <a16:creationId xmlns:a16="http://schemas.microsoft.com/office/drawing/2014/main" id="{84392B22-3921-D06A-9ABB-1B940FCE0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9309" y="835893"/>
            <a:ext cx="7509164" cy="529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4538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6B9EB-52C1-D37E-0239-0F742DE83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2DE17B6-5742-248B-0A29-94C830F78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E764989-ED2E-255F-0542-E7B531995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52296D-AD9D-3C6F-F287-3CEBA1550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13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37F375-426C-2F75-C658-7C8CC5E702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9" y="-12416"/>
            <a:ext cx="12196115" cy="68519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FCECAAC7-6AF9-ADFA-27E7-DD406F6215D3}"/>
              </a:ext>
            </a:extLst>
          </p:cNvPr>
          <p:cNvSpPr txBox="1">
            <a:spLocks/>
          </p:cNvSpPr>
          <p:nvPr/>
        </p:nvSpPr>
        <p:spPr bwMode="auto">
          <a:xfrm>
            <a:off x="4012564" y="-49047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37931725" indent="-37474525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sz="4000" b="1" dirty="0">
                <a:solidFill>
                  <a:srgbClr val="953735"/>
                </a:solidFill>
                <a:latin typeface="Calibri" panose="020F0502020204030204" pitchFamily="34" charset="0"/>
              </a:rPr>
              <a:t>Methodology, Timeline &amp; Milestones</a:t>
            </a:r>
            <a:endParaRPr lang="en-US" altLang="en-US" sz="4000" b="1" dirty="0">
              <a:solidFill>
                <a:srgbClr val="9537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459B294-2634-8A38-5AB2-03963B6971D2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16002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858EA3C6-0308-F0CF-FD98-9B6A5DCFF381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7526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D23BFB1F-3A33-502E-CA6F-CDE5843453B6}"/>
              </a:ext>
            </a:extLst>
          </p:cNvPr>
          <p:cNvSpPr txBox="1">
            <a:spLocks noChangeArrowheads="1"/>
          </p:cNvSpPr>
          <p:nvPr/>
        </p:nvSpPr>
        <p:spPr>
          <a:xfrm>
            <a:off x="133351" y="1600202"/>
            <a:ext cx="11753850" cy="4797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8DC265-8CDE-61F0-5461-AA3E3BAD89F5}"/>
              </a:ext>
            </a:extLst>
          </p:cNvPr>
          <p:cNvSpPr txBox="1"/>
          <p:nvPr/>
        </p:nvSpPr>
        <p:spPr>
          <a:xfrm>
            <a:off x="4012564" y="6376716"/>
            <a:ext cx="4156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H-GNN-RNN-DTI Architecture Overview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 descr="A diagram of a medical procedure&#10;&#10;AI-generated content may be incorrect.">
            <a:extLst>
              <a:ext uri="{FF2B5EF4-FFF2-40B4-BE49-F238E27FC236}">
                <a16:creationId xmlns:a16="http://schemas.microsoft.com/office/drawing/2014/main" id="{CF1993D9-8BE9-D49B-C3E1-481C9EFC03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818" y="764975"/>
            <a:ext cx="5865090" cy="5497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819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68D23-5A45-C91D-EA72-9EF8F60FD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5ECD06F-3956-C3E0-60BD-0C4700A8C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B24C1C6-BE31-BEA6-52C8-5911E8184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D93D4-9069-355A-DDC0-A5D726631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14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07E792-EB82-0DAA-D768-61ECDACB7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9" y="-12416"/>
            <a:ext cx="12196115" cy="68519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83593ADF-CEF1-C71B-169C-45F282883552}"/>
              </a:ext>
            </a:extLst>
          </p:cNvPr>
          <p:cNvSpPr txBox="1">
            <a:spLocks/>
          </p:cNvSpPr>
          <p:nvPr/>
        </p:nvSpPr>
        <p:spPr bwMode="auto">
          <a:xfrm>
            <a:off x="4012564" y="-49047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37931725" indent="-37474525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sz="4000" b="1" dirty="0">
                <a:solidFill>
                  <a:srgbClr val="953735"/>
                </a:solidFill>
                <a:latin typeface="Calibri" panose="020F0502020204030204" pitchFamily="34" charset="0"/>
              </a:rPr>
              <a:t>Methodology, Timeline &amp; Milestones</a:t>
            </a:r>
            <a:endParaRPr lang="en-US" altLang="en-US" sz="4000" b="1" dirty="0">
              <a:solidFill>
                <a:srgbClr val="9537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7A16F033-3E4E-8482-10D9-B997701DE5EA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16002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9ADE1782-929D-2E17-41C2-779901969957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7526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DE776057-EECB-C237-05CE-2102008432BC}"/>
              </a:ext>
            </a:extLst>
          </p:cNvPr>
          <p:cNvSpPr txBox="1">
            <a:spLocks noChangeArrowheads="1"/>
          </p:cNvSpPr>
          <p:nvPr/>
        </p:nvSpPr>
        <p:spPr>
          <a:xfrm>
            <a:off x="133351" y="1600202"/>
            <a:ext cx="11753850" cy="4797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8ACE57-7A3E-749C-B99F-080B76EFEEA0}"/>
              </a:ext>
            </a:extLst>
          </p:cNvPr>
          <p:cNvSpPr txBox="1"/>
          <p:nvPr/>
        </p:nvSpPr>
        <p:spPr>
          <a:xfrm>
            <a:off x="4710545" y="6307338"/>
            <a:ext cx="4156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Model Training Flow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 descr="A diagram of a computer process&#10;&#10;AI-generated content may be incorrect.">
            <a:extLst>
              <a:ext uri="{FF2B5EF4-FFF2-40B4-BE49-F238E27FC236}">
                <a16:creationId xmlns:a16="http://schemas.microsoft.com/office/drawing/2014/main" id="{EE230E77-2173-FC16-6AB5-18ED392C36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6109" y="764975"/>
            <a:ext cx="7555346" cy="5591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4602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6F86B-E545-55F0-7564-CB38C9D61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C2E5F01-6910-69FC-1D15-05FA07B02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E36777-1982-EE00-7248-3A3AA9CB1B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F8DE23-9CC8-79C0-61FD-C39933E39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15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9C1203-ACD4-6FED-3636-32D4C5EDF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9" y="-12416"/>
            <a:ext cx="12196115" cy="68519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68C1323C-F698-B752-9D35-4D077CB4A813}"/>
              </a:ext>
            </a:extLst>
          </p:cNvPr>
          <p:cNvSpPr txBox="1">
            <a:spLocks/>
          </p:cNvSpPr>
          <p:nvPr/>
        </p:nvSpPr>
        <p:spPr bwMode="auto">
          <a:xfrm>
            <a:off x="4012564" y="-49047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37931725" indent="-37474525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sz="4000" b="1" dirty="0">
                <a:solidFill>
                  <a:srgbClr val="953735"/>
                </a:solidFill>
                <a:latin typeface="Calibri" panose="020F0502020204030204" pitchFamily="34" charset="0"/>
              </a:rPr>
              <a:t>Methodology, Timeline &amp; Milestones</a:t>
            </a:r>
            <a:endParaRPr lang="en-US" altLang="en-US" sz="4000" b="1" dirty="0">
              <a:solidFill>
                <a:srgbClr val="9537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0EA78D13-0964-2DB2-6A92-280E98CC9238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16002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BEB503E7-9524-D400-BCAF-F1D609B8ACD2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7526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92088CD0-4D50-7EF8-C937-FD2EFCC26ADF}"/>
              </a:ext>
            </a:extLst>
          </p:cNvPr>
          <p:cNvSpPr txBox="1">
            <a:spLocks noChangeArrowheads="1"/>
          </p:cNvSpPr>
          <p:nvPr/>
        </p:nvSpPr>
        <p:spPr>
          <a:xfrm>
            <a:off x="133351" y="1600202"/>
            <a:ext cx="11753850" cy="4797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 descr="The image displays a table listing various benchmark datasets and their associated evaluation protocols, including metrics for classification and regression tasks, and different cold-start settings with various scientific references.&#10;&#10;AI-generated content may be incorrect.">
            <a:extLst>
              <a:ext uri="{FF2B5EF4-FFF2-40B4-BE49-F238E27FC236}">
                <a16:creationId xmlns:a16="http://schemas.microsoft.com/office/drawing/2014/main" id="{3FD19F92-14B5-A3FC-F849-FD77F8B32F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183" y="1165079"/>
            <a:ext cx="11412380" cy="5639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9149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7AA00-7E0E-C65C-7729-26A93A4D2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809BE49-B75D-FAE1-0C8D-5548DF598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38B84C5-0842-F8BD-5FD6-60F3F9D924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C76BAA-405C-D88A-E463-84871459A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16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2EFBD7-FE64-77BF-C509-B69274A9D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9" y="-12416"/>
            <a:ext cx="12196115" cy="68519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CD6D5AAD-0D7C-98C4-F949-CEB6D8555C3A}"/>
              </a:ext>
            </a:extLst>
          </p:cNvPr>
          <p:cNvSpPr txBox="1">
            <a:spLocks/>
          </p:cNvSpPr>
          <p:nvPr/>
        </p:nvSpPr>
        <p:spPr bwMode="auto">
          <a:xfrm>
            <a:off x="4012564" y="-49047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37931725" indent="-37474525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sz="4000" b="1" dirty="0">
                <a:solidFill>
                  <a:srgbClr val="953735"/>
                </a:solidFill>
                <a:latin typeface="Calibri" panose="020F0502020204030204" pitchFamily="34" charset="0"/>
              </a:rPr>
              <a:t>Methodology, Timeline &amp; Milestones</a:t>
            </a:r>
            <a:endParaRPr lang="en-US" altLang="en-US" sz="4000" b="1" dirty="0">
              <a:solidFill>
                <a:srgbClr val="9537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EB2A5B5F-F332-514C-10EE-C4AD493DF8E3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16002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9B4D2AD7-B19A-E210-5269-A829A7482B17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7526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3A65F098-D6BF-A8EF-5CDA-C22F0F917EE7}"/>
              </a:ext>
            </a:extLst>
          </p:cNvPr>
          <p:cNvSpPr txBox="1">
            <a:spLocks noChangeArrowheads="1"/>
          </p:cNvSpPr>
          <p:nvPr/>
        </p:nvSpPr>
        <p:spPr>
          <a:xfrm>
            <a:off x="133351" y="1600202"/>
            <a:ext cx="11753850" cy="4797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 descr="The diagram illustrates a comprehensive training strategy for a machine learning model, including pre-training techniques, loss functions, and optimization protocols, aimed at enhancing performance in tasks like drug and protein interaction classification.&#10;&#10;AI-generated content may be incorrect.">
            <a:extLst>
              <a:ext uri="{FF2B5EF4-FFF2-40B4-BE49-F238E27FC236}">
                <a16:creationId xmlns:a16="http://schemas.microsoft.com/office/drawing/2014/main" id="{89736CF8-A199-3C7D-9A87-CAD075055E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818" y="1000560"/>
            <a:ext cx="11212497" cy="5889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4427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DB0BF-D0C4-EF0B-ACC1-E5133D529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436B8D-6D52-C660-FA9C-1751B21AC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21EE57D-8026-319F-9AE4-5C51B9AEE7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F11ECB-38B6-12EA-697E-2404BAB11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17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67E10F-3F0F-EF84-5E0D-B734A8F23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9" y="-12416"/>
            <a:ext cx="12196115" cy="68519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AB04CB41-AC38-9336-AD93-A8F70ABC51A0}"/>
              </a:ext>
            </a:extLst>
          </p:cNvPr>
          <p:cNvSpPr txBox="1">
            <a:spLocks/>
          </p:cNvSpPr>
          <p:nvPr/>
        </p:nvSpPr>
        <p:spPr bwMode="auto">
          <a:xfrm>
            <a:off x="4012564" y="-49047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37931725" indent="-37474525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sz="4000" b="1" dirty="0">
                <a:solidFill>
                  <a:srgbClr val="953735"/>
                </a:solidFill>
                <a:latin typeface="Calibri" panose="020F0502020204030204" pitchFamily="34" charset="0"/>
              </a:rPr>
              <a:t>Methodology, Timeline &amp; Milestones</a:t>
            </a:r>
            <a:endParaRPr lang="en-US" altLang="en-US" sz="4000" b="1" dirty="0">
              <a:solidFill>
                <a:srgbClr val="9537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F67166D-90C4-1488-051C-BE9B597E6405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16002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BDED15E4-F220-112E-00CF-E59687C8EA22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7526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D355DA97-9CB0-19A3-2415-38B33A4A2712}"/>
              </a:ext>
            </a:extLst>
          </p:cNvPr>
          <p:cNvSpPr txBox="1">
            <a:spLocks noChangeArrowheads="1"/>
          </p:cNvSpPr>
          <p:nvPr/>
        </p:nvSpPr>
        <p:spPr>
          <a:xfrm>
            <a:off x="133351" y="1600202"/>
            <a:ext cx="11753850" cy="4797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 descr="The image illustrates a flowchart for the XAI module, showing how it quantifies the contribution of atoms and residues in molecular graphs to binding hotspots in proteins, using techniques like attention weights, Grad-CAM, heatmap overlay, and PDB validation, for visualizing importance scores in drug discovery.&#10;&#10;AI-generated content may be incorrect.">
            <a:extLst>
              <a:ext uri="{FF2B5EF4-FFF2-40B4-BE49-F238E27FC236}">
                <a16:creationId xmlns:a16="http://schemas.microsoft.com/office/drawing/2014/main" id="{5B5E41EA-903F-ED72-7186-2C03B4E5CD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184" y="1185169"/>
            <a:ext cx="11429615" cy="5654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510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440B1-B865-F0C4-6B27-E5178CB86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570C798-407B-7653-4A05-74B0E420A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655A5DA3-A20B-EE59-906E-B062ADB7F5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7731846"/>
              </p:ext>
            </p:extLst>
          </p:nvPr>
        </p:nvGraphicFramePr>
        <p:xfrm>
          <a:off x="838200" y="1825625"/>
          <a:ext cx="10515597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931582827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738338264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8040677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164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9096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3962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12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6243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094761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84E887-45C0-0B35-FAB7-DDAE27157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18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88C107-BD9C-4D68-5764-9F7049511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16" y="6056"/>
            <a:ext cx="12196115" cy="68519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A4B6136E-15CA-3C15-749F-6E89DAF3B3D7}"/>
              </a:ext>
            </a:extLst>
          </p:cNvPr>
          <p:cNvSpPr txBox="1">
            <a:spLocks/>
          </p:cNvSpPr>
          <p:nvPr/>
        </p:nvSpPr>
        <p:spPr bwMode="auto">
          <a:xfrm>
            <a:off x="2672079" y="0"/>
            <a:ext cx="9519919" cy="1191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37931725" indent="-37474525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sz="4400" b="1" dirty="0">
                <a:solidFill>
                  <a:srgbClr val="953735"/>
                </a:solidFill>
                <a:latin typeface="Calibri" panose="020F0502020204030204" pitchFamily="34" charset="0"/>
              </a:rPr>
              <a:t>Timeline &amp; Milestones</a:t>
            </a:r>
            <a:endParaRPr lang="en-US" altLang="en-US" sz="4400" b="1" dirty="0">
              <a:solidFill>
                <a:srgbClr val="9537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CAC1D40-DE9A-B77D-422A-087554862BCE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16002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2693328E-6411-D99B-651D-9DE27523E624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7526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412EA61D-8E4A-648B-3505-C936EC70FC43}"/>
              </a:ext>
            </a:extLst>
          </p:cNvPr>
          <p:cNvSpPr txBox="1">
            <a:spLocks noChangeArrowheads="1"/>
          </p:cNvSpPr>
          <p:nvPr/>
        </p:nvSpPr>
        <p:spPr>
          <a:xfrm>
            <a:off x="914400" y="19050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7" name="Picture 6" descr="A colorful graph with black lines&#10;&#10;AI-generated content may be incorrect.">
            <a:extLst>
              <a:ext uri="{FF2B5EF4-FFF2-40B4-BE49-F238E27FC236}">
                <a16:creationId xmlns:a16="http://schemas.microsoft.com/office/drawing/2014/main" id="{19D5B4A6-D7D2-F6DF-F808-0C2020BA75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82136" y="1550338"/>
            <a:ext cx="12374136" cy="522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9011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B7553-2E9A-CD70-CAE4-ADD936B47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98AFB85-9D1D-E343-A272-FC2978F53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92E1445-79B1-0DB1-0AF4-7B1B2708B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70A4F1-616A-BD2F-3983-014731A3A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19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57E2FA-CFB7-7A97-DCE7-0E46A126E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15" y="-130469"/>
            <a:ext cx="12196115" cy="68519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8628DE9E-0503-CBF2-17A8-1AADAEA20858}"/>
              </a:ext>
            </a:extLst>
          </p:cNvPr>
          <p:cNvSpPr txBox="1">
            <a:spLocks/>
          </p:cNvSpPr>
          <p:nvPr/>
        </p:nvSpPr>
        <p:spPr bwMode="auto">
          <a:xfrm>
            <a:off x="2824480" y="31651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37931725" indent="-37474525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sz="4400" b="1" dirty="0">
                <a:solidFill>
                  <a:srgbClr val="953735"/>
                </a:solidFill>
                <a:latin typeface="Calibri" panose="020F0502020204030204" pitchFamily="34" charset="0"/>
              </a:rPr>
              <a:t>Expected Outcomes</a:t>
            </a:r>
            <a:endParaRPr lang="en-US" altLang="en-US" sz="4400" b="1" dirty="0">
              <a:solidFill>
                <a:srgbClr val="9537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502512CF-61FF-4B4C-41A0-366738452518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16002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44D4106C-C3CC-05FA-795C-82FF398A0CB9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7526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15932C53-635D-4FB8-F7FB-7354B75C4AA3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1174652"/>
            <a:ext cx="12192000" cy="5683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Font typeface="Wingdings" panose="05000000000000000000" pitchFamily="2" charset="2"/>
              <a:buChar char="Ø"/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Robust hybrid GNN-RNN model for accurate DTI prediction.</a:t>
            </a:r>
          </a:p>
          <a:p>
            <a:pPr lvl="0">
              <a:buFont typeface="Wingdings" panose="05000000000000000000" pitchFamily="2" charset="2"/>
              <a:buChar char="Ø"/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accuracy and generalization, including cold-start performance.</a:t>
            </a:r>
          </a:p>
          <a:p>
            <a:pPr lvl="0">
              <a:buFont typeface="Wingdings" panose="05000000000000000000" pitchFamily="2" charset="2"/>
              <a:buChar char="Ø"/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Interpretable framework for biologically meaningful DTI insights.</a:t>
            </a:r>
          </a:p>
          <a:p>
            <a:pPr lvl="0">
              <a:buFont typeface="Wingdings" panose="05000000000000000000" pitchFamily="2" charset="2"/>
              <a:buChar char="Ø"/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Reproducible pipeline with publicly available code and models.</a:t>
            </a:r>
          </a:p>
        </p:txBody>
      </p:sp>
    </p:spTree>
    <p:extLst>
      <p:ext uri="{BB962C8B-B14F-4D97-AF65-F5344CB8AC3E}">
        <p14:creationId xmlns:p14="http://schemas.microsoft.com/office/powerpoint/2010/main" val="11807338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1E1E1-07E3-E8F9-1BA2-8C59B1E6B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5B3A5CE-196C-06F2-F70A-12A37AA6B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F8A69CC-0F0D-9329-28D1-DCDBC5E51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5CB0D-F4B9-1A54-C912-8732BEA02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20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857227-99B8-C249-E349-A085485E4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16" y="6056"/>
            <a:ext cx="12196115" cy="68519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8CC00A47-8C5C-5647-4485-F4F9D3AF2470}"/>
              </a:ext>
            </a:extLst>
          </p:cNvPr>
          <p:cNvSpPr txBox="1">
            <a:spLocks/>
          </p:cNvSpPr>
          <p:nvPr/>
        </p:nvSpPr>
        <p:spPr bwMode="auto">
          <a:xfrm>
            <a:off x="2672080" y="637382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37931725" indent="-37474525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4572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sz="4400" b="1" dirty="0">
                <a:solidFill>
                  <a:srgbClr val="953735"/>
                </a:solidFill>
                <a:latin typeface="Calibri" panose="020F0502020204030204" pitchFamily="34" charset="0"/>
              </a:rPr>
              <a:t>References</a:t>
            </a:r>
            <a:endParaRPr lang="en-US" altLang="en-US" sz="4400" b="1" dirty="0">
              <a:solidFill>
                <a:srgbClr val="9537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FF0E50FE-DC8C-ADF6-B9E1-A4E7FBE76D92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16002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9041F470-54E8-DBC8-4CD9-BCF60E56705B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7526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B7613481-08B8-ABAD-468C-A58EB2356FB6}"/>
              </a:ext>
            </a:extLst>
          </p:cNvPr>
          <p:cNvSpPr txBox="1">
            <a:spLocks noChangeArrowheads="1"/>
          </p:cNvSpPr>
          <p:nvPr/>
        </p:nvSpPr>
        <p:spPr>
          <a:xfrm>
            <a:off x="-1" y="1390650"/>
            <a:ext cx="12191999" cy="546735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algn="just">
              <a:buFont typeface="+mj-lt"/>
              <a:buAutoNum type="arabicPeriod"/>
            </a:pPr>
            <a:endParaRPr lang="en-US" dirty="0"/>
          </a:p>
          <a:p>
            <a:pPr marL="514350" indent="-514350" algn="just">
              <a:buFont typeface="+mj-lt"/>
              <a:buAutoNum type="arabicPeriod"/>
            </a:pPr>
            <a:r>
              <a:rPr lang="en-US" dirty="0"/>
              <a:t>Azlim Khan, A. K., &amp; Ahamed Hassain Malim, N. H. (2023). </a:t>
            </a:r>
            <a:r>
              <a:rPr lang="en-US" i="1" dirty="0"/>
              <a:t>Comparative Studies on Resampling Techniques in ML and DL for DTI</a:t>
            </a:r>
            <a:r>
              <a:rPr lang="en-US" dirty="0"/>
              <a:t>. Molecules, 28(4), 1663.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dirty="0"/>
              <a:t>Seo, S. et al. (2024). </a:t>
            </a:r>
            <a:r>
              <a:rPr lang="en-US" i="1" dirty="0"/>
              <a:t>Pseq2Sites: Deep CNN + attention for ligand-binding prediction</a:t>
            </a:r>
            <a:r>
              <a:rPr lang="en-US" dirty="0"/>
              <a:t>. Engineering Applications of AI, 127, 107257.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dirty="0"/>
              <a:t>Lee, J. et al. (2024). </a:t>
            </a:r>
            <a:r>
              <a:rPr lang="en-US" i="1" dirty="0"/>
              <a:t>DLM-DTI: A dual-language model for drug-target interaction</a:t>
            </a:r>
            <a:r>
              <a:rPr lang="en-US" dirty="0"/>
              <a:t>. Journal of Cheminformatics, 16(1). 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dirty="0"/>
              <a:t>Dai, W., Wang, Y., Yan, S., Yu, Q., &amp; Cheng, X. (2025).</a:t>
            </a:r>
            <a:r>
              <a:rPr lang="en-US" i="1" dirty="0" err="1"/>
              <a:t>Hete</a:t>
            </a:r>
            <a:r>
              <a:rPr lang="en-US" i="1" dirty="0"/>
              <a:t> </a:t>
            </a:r>
            <a:r>
              <a:rPr lang="en-US" i="1" dirty="0" err="1"/>
              <a:t>rogeneous</a:t>
            </a:r>
            <a:r>
              <a:rPr lang="en-US" i="1" dirty="0"/>
              <a:t> network drug-target interaction prediction model based on graph wavelet transform and multi-level contrastive learning</a:t>
            </a:r>
            <a:r>
              <a:rPr lang="en-US" dirty="0"/>
              <a:t> (No. arXiv:2504.20103). </a:t>
            </a:r>
            <a:r>
              <a:rPr lang="en-US" dirty="0" err="1"/>
              <a:t>arXiv</a:t>
            </a:r>
            <a:r>
              <a:rPr lang="en-US" dirty="0"/>
              <a:t>. </a:t>
            </a:r>
            <a:r>
              <a:rPr lang="en-US" dirty="0">
                <a:hlinkClick r:id="rId4"/>
              </a:rPr>
              <a:t>https://doi.org/10.48550/arXiv.2504.20103</a:t>
            </a:r>
            <a:r>
              <a:rPr lang="en-US" dirty="0"/>
              <a:t>. 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dirty="0"/>
              <a:t>Hua, Y., Feng, Z., Song, X., Wu, X. J., &amp; Kittler, J. (2025). MMDG-DTI: Drug–target interaction prediction via multimodal feature fusion and domain generalization. </a:t>
            </a:r>
            <a:r>
              <a:rPr lang="en-US" i="1" dirty="0"/>
              <a:t>Pattern Recognition</a:t>
            </a:r>
            <a:r>
              <a:rPr lang="en-US" dirty="0"/>
              <a:t>, </a:t>
            </a:r>
            <a:r>
              <a:rPr lang="en-US" i="1" dirty="0"/>
              <a:t>157</a:t>
            </a:r>
            <a:r>
              <a:rPr lang="en-US" dirty="0"/>
              <a:t>. https://doi.org/10.1016/j.patcog.2024.110887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dirty="0"/>
              <a:t>Luo, Y. et al. (2024). </a:t>
            </a:r>
            <a:r>
              <a:rPr lang="en-US" i="1" dirty="0"/>
              <a:t>DTKGIN: Predicting DTI with knowledge graphs</a:t>
            </a:r>
            <a:r>
              <a:rPr lang="en-US" dirty="0"/>
              <a:t>. Methods, 226, 21–27. 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dirty="0"/>
              <a:t>Zhao, W. et al. (2024). </a:t>
            </a:r>
            <a:r>
              <a:rPr lang="en-US" i="1" dirty="0"/>
              <a:t>MSI-DTI: DTI prediction using multi-source information and self-attention</a:t>
            </a:r>
            <a:r>
              <a:rPr lang="en-US" dirty="0"/>
              <a:t>. Briefings in Bioinformatics, 25(3).</a:t>
            </a:r>
          </a:p>
          <a:p>
            <a:pPr marL="514350" indent="-514350" algn="just">
              <a:buFont typeface="+mj-lt"/>
              <a:buAutoNum type="arabicPeriod"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1096032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6900D-C8BE-8EAD-52C1-87E32B498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8DAA2E-9DFD-9B70-CCD6-DD2F989BC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24ABA66-4B67-0922-DF7E-63227E2C0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3A8D9-47B5-5E33-BE29-F5B48574E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BABC1-04C8-4496-87CC-8745EAB9250E}" type="slidenum">
              <a:rPr lang="en-MY" smtClean="0"/>
              <a:pPr/>
              <a:t>21</a:t>
            </a:fld>
            <a:endParaRPr lang="en-MY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708C5B-1630-2F30-7D2B-05386A388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16" y="6056"/>
            <a:ext cx="12196115" cy="6851944"/>
          </a:xfrm>
          <a:prstGeom prst="rect">
            <a:avLst/>
          </a:prstGeom>
        </p:spPr>
      </p:pic>
      <p:sp>
        <p:nvSpPr>
          <p:cNvPr id="9" name="Rectangle 3">
            <a:extLst>
              <a:ext uri="{FF2B5EF4-FFF2-40B4-BE49-F238E27FC236}">
                <a16:creationId xmlns:a16="http://schemas.microsoft.com/office/drawing/2014/main" id="{F482BDEE-A163-840D-B772-2F6DF75A9C98}"/>
              </a:ext>
            </a:extLst>
          </p:cNvPr>
          <p:cNvSpPr txBox="1">
            <a:spLocks noChangeArrowheads="1"/>
          </p:cNvSpPr>
          <p:nvPr/>
        </p:nvSpPr>
        <p:spPr>
          <a:xfrm>
            <a:off x="609600" y="16002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2C7CE396-9B74-7203-A876-B3059C59D0E4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1752602"/>
            <a:ext cx="10972800" cy="4492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902C28D1-5ABC-A581-02CC-69B58B8E89B0}"/>
              </a:ext>
            </a:extLst>
          </p:cNvPr>
          <p:cNvSpPr txBox="1">
            <a:spLocks noChangeArrowheads="1"/>
          </p:cNvSpPr>
          <p:nvPr/>
        </p:nvSpPr>
        <p:spPr>
          <a:xfrm>
            <a:off x="152400" y="1600202"/>
            <a:ext cx="11734800" cy="4797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799" y="876300"/>
            <a:ext cx="8458201" cy="598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52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0B4253A-E933-4069-A41E-9E74EBCE2380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0022b583-c376-4bd7-b3ec-3f9031775f0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30342</TotalTime>
  <Words>948</Words>
  <Application>Microsoft Office PowerPoint</Application>
  <PresentationFormat>Widescreen</PresentationFormat>
  <Paragraphs>177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Amasis MT Pro Medium</vt:lpstr>
      <vt:lpstr>Arial</vt:lpstr>
      <vt:lpstr>Calibri</vt:lpstr>
      <vt:lpstr>Calibri Light</vt:lpstr>
      <vt:lpstr>New time roman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TITLE</dc:title>
  <dc:creator>Nur Ezzah Abdul Kahar</dc:creator>
  <cp:lastModifiedBy>Jamila Abdul-Hadi</cp:lastModifiedBy>
  <cp:revision>437</cp:revision>
  <dcterms:created xsi:type="dcterms:W3CDTF">2019-07-04T04:23:46Z</dcterms:created>
  <dcterms:modified xsi:type="dcterms:W3CDTF">2026-05-08T11:04:29Z</dcterms:modified>
</cp:coreProperties>
</file>