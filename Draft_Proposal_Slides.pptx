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469" r:id="rId2"/>
    <p:sldId id="473" r:id="rId3"/>
    <p:sldId id="472" r:id="rId4"/>
    <p:sldId id="471" r:id="rId5"/>
    <p:sldId id="456" r:id="rId6"/>
    <p:sldId id="474" r:id="rId7"/>
    <p:sldId id="457" r:id="rId8"/>
    <p:sldId id="447" r:id="rId9"/>
    <p:sldId id="450" r:id="rId10"/>
    <p:sldId id="459" r:id="rId11"/>
    <p:sldId id="460" r:id="rId12"/>
    <p:sldId id="468" r:id="rId13"/>
    <p:sldId id="461" r:id="rId14"/>
    <p:sldId id="462" r:id="rId15"/>
    <p:sldId id="463" r:id="rId16"/>
    <p:sldId id="46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C43F952-12CC-44D3-8C6A-51DE8C82283F}">
          <p14:sldIdLst>
            <p14:sldId id="469"/>
            <p14:sldId id="473"/>
            <p14:sldId id="472"/>
            <p14:sldId id="471"/>
            <p14:sldId id="456"/>
            <p14:sldId id="474"/>
            <p14:sldId id="457"/>
            <p14:sldId id="447"/>
            <p14:sldId id="450"/>
            <p14:sldId id="459"/>
            <p14:sldId id="460"/>
            <p14:sldId id="468"/>
            <p14:sldId id="461"/>
            <p14:sldId id="462"/>
            <p14:sldId id="463"/>
            <p14:sldId id="46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00"/>
    <a:srgbClr val="FFFF99"/>
    <a:srgbClr val="FFFFFF"/>
    <a:srgbClr val="829030"/>
    <a:srgbClr val="D60093"/>
    <a:srgbClr val="F6E0EF"/>
    <a:srgbClr val="4F1C6A"/>
    <a:srgbClr val="CF9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71E29D-F631-444F-869D-06B55618BD4C}" v="98" dt="2026-05-06T16:15:01.1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88" autoAdjust="0"/>
    <p:restoredTop sz="73504" autoAdjust="0"/>
  </p:normalViewPr>
  <p:slideViewPr>
    <p:cSldViewPr snapToGrid="0">
      <p:cViewPr>
        <p:scale>
          <a:sx n="67" d="100"/>
          <a:sy n="67" d="100"/>
        </p:scale>
        <p:origin x="444" y="32"/>
      </p:cViewPr>
      <p:guideLst>
        <p:guide orient="horz" pos="2160"/>
        <p:guide pos="3840"/>
      </p:guideLst>
    </p:cSldViewPr>
  </p:slideViewPr>
  <p:notesTextViewPr>
    <p:cViewPr>
      <p:scale>
        <a:sx n="3" d="2"/>
        <a:sy n="3" d="2"/>
      </p:scale>
      <p:origin x="0" y="0"/>
    </p:cViewPr>
  </p:notesTextViewPr>
  <p:sorterViewPr>
    <p:cViewPr>
      <p:scale>
        <a:sx n="50" d="100"/>
        <a:sy n="50" d="100"/>
      </p:scale>
      <p:origin x="0" y="-85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ila Abdul-Hadi" userId="7dc5ed719b2f96f1" providerId="LiveId" clId="{DFFEC349-448E-4066-8B3E-11C2C439887C}"/>
    <pc:docChg chg="undo custSel addSld delSld modSld modSection">
      <pc:chgData name="Jamila Abdul-Hadi" userId="7dc5ed719b2f96f1" providerId="LiveId" clId="{DFFEC349-448E-4066-8B3E-11C2C439887C}" dt="2026-05-06T15:18:55.287" v="1920" actId="255"/>
      <pc:docMkLst>
        <pc:docMk/>
      </pc:docMkLst>
      <pc:sldChg chg="addSp delSp modSp mod modAnim">
        <pc:chgData name="Jamila Abdul-Hadi" userId="7dc5ed719b2f96f1" providerId="LiveId" clId="{DFFEC349-448E-4066-8B3E-11C2C439887C}" dt="2026-05-06T14:59:24.707" v="1837" actId="1036"/>
        <pc:sldMkLst>
          <pc:docMk/>
          <pc:sldMk cId="353104377" sldId="456"/>
        </pc:sldMkLst>
        <pc:spChg chg="mod">
          <ac:chgData name="Jamila Abdul-Hadi" userId="7dc5ed719b2f96f1" providerId="LiveId" clId="{DFFEC349-448E-4066-8B3E-11C2C439887C}" dt="2026-05-06T14:29:21.595" v="1304" actId="20577"/>
          <ac:spMkLst>
            <pc:docMk/>
            <pc:sldMk cId="353104377" sldId="456"/>
            <ac:spMk id="3" creationId="{ED212FD1-7B8F-BDAE-4030-3CFA1F215EF1}"/>
          </ac:spMkLst>
        </pc:spChg>
        <pc:spChg chg="del">
          <ac:chgData name="Jamila Abdul-Hadi" userId="7dc5ed719b2f96f1" providerId="LiveId" clId="{DFFEC349-448E-4066-8B3E-11C2C439887C}" dt="2026-05-06T14:24:35.045" v="1159" actId="1032"/>
          <ac:spMkLst>
            <pc:docMk/>
            <pc:sldMk cId="353104377" sldId="456"/>
            <ac:spMk id="7" creationId="{31BB2FE3-F6DA-FB63-AFF9-9C201194E9F2}"/>
          </ac:spMkLst>
        </pc:spChg>
        <pc:spChg chg="mod">
          <ac:chgData name="Jamila Abdul-Hadi" userId="7dc5ed719b2f96f1" providerId="LiveId" clId="{DFFEC349-448E-4066-8B3E-11C2C439887C}" dt="2026-05-06T14:18:54.977" v="1150" actId="20577"/>
          <ac:spMkLst>
            <pc:docMk/>
            <pc:sldMk cId="353104377" sldId="456"/>
            <ac:spMk id="8" creationId="{B665B78F-B997-C28C-147A-D551C5838AEE}"/>
          </ac:spMkLst>
        </pc:spChg>
        <pc:spChg chg="mod">
          <ac:chgData name="Jamila Abdul-Hadi" userId="7dc5ed719b2f96f1" providerId="LiveId" clId="{DFFEC349-448E-4066-8B3E-11C2C439887C}" dt="2026-05-06T14:31:30.979" v="1307"/>
          <ac:spMkLst>
            <pc:docMk/>
            <pc:sldMk cId="353104377" sldId="456"/>
            <ac:spMk id="18" creationId="{BA4D6016-DCB2-3E12-768F-A45477F888EC}"/>
          </ac:spMkLst>
        </pc:spChg>
        <pc:spChg chg="mod">
          <ac:chgData name="Jamila Abdul-Hadi" userId="7dc5ed719b2f96f1" providerId="LiveId" clId="{DFFEC349-448E-4066-8B3E-11C2C439887C}" dt="2026-05-06T14:33:26.874" v="1345" actId="20577"/>
          <ac:spMkLst>
            <pc:docMk/>
            <pc:sldMk cId="353104377" sldId="456"/>
            <ac:spMk id="19" creationId="{94C062CC-A5E4-E713-D3C5-9CABB6244F70}"/>
          </ac:spMkLst>
        </pc:spChg>
        <pc:spChg chg="mod">
          <ac:chgData name="Jamila Abdul-Hadi" userId="7dc5ed719b2f96f1" providerId="LiveId" clId="{DFFEC349-448E-4066-8B3E-11C2C439887C}" dt="2026-05-06T14:31:46.929" v="1308"/>
          <ac:spMkLst>
            <pc:docMk/>
            <pc:sldMk cId="353104377" sldId="456"/>
            <ac:spMk id="21" creationId="{5BF3B17D-6AE4-E895-D7C0-0845B45D2CAC}"/>
          </ac:spMkLst>
        </pc:spChg>
        <pc:spChg chg="mod">
          <ac:chgData name="Jamila Abdul-Hadi" userId="7dc5ed719b2f96f1" providerId="LiveId" clId="{DFFEC349-448E-4066-8B3E-11C2C439887C}" dt="2026-05-06T14:31:46.929" v="1308"/>
          <ac:spMkLst>
            <pc:docMk/>
            <pc:sldMk cId="353104377" sldId="456"/>
            <ac:spMk id="22" creationId="{BABD4E3B-FC88-0A29-188C-BF77E4FE5377}"/>
          </ac:spMkLst>
        </pc:spChg>
        <pc:spChg chg="mod">
          <ac:chgData name="Jamila Abdul-Hadi" userId="7dc5ed719b2f96f1" providerId="LiveId" clId="{DFFEC349-448E-4066-8B3E-11C2C439887C}" dt="2026-05-06T14:53:32.335" v="1785" actId="1076"/>
          <ac:spMkLst>
            <pc:docMk/>
            <pc:sldMk cId="353104377" sldId="456"/>
            <ac:spMk id="24" creationId="{038AB6BB-4E13-9DBB-4CFA-D5C1C0566FD6}"/>
          </ac:spMkLst>
        </pc:spChg>
        <pc:spChg chg="mod">
          <ac:chgData name="Jamila Abdul-Hadi" userId="7dc5ed719b2f96f1" providerId="LiveId" clId="{DFFEC349-448E-4066-8B3E-11C2C439887C}" dt="2026-05-06T14:55:00.421" v="1802" actId="255"/>
          <ac:spMkLst>
            <pc:docMk/>
            <pc:sldMk cId="353104377" sldId="456"/>
            <ac:spMk id="25" creationId="{F1BBA148-73C7-1FC4-4B40-D0261DE17CB2}"/>
          </ac:spMkLst>
        </pc:spChg>
        <pc:spChg chg="mod">
          <ac:chgData name="Jamila Abdul-Hadi" userId="7dc5ed719b2f96f1" providerId="LiveId" clId="{DFFEC349-448E-4066-8B3E-11C2C439887C}" dt="2026-05-06T14:32:30.024" v="1310"/>
          <ac:spMkLst>
            <pc:docMk/>
            <pc:sldMk cId="353104377" sldId="456"/>
            <ac:spMk id="27" creationId="{1135AAC4-FB07-77DF-C235-5E648C17580F}"/>
          </ac:spMkLst>
        </pc:spChg>
        <pc:spChg chg="mod">
          <ac:chgData name="Jamila Abdul-Hadi" userId="7dc5ed719b2f96f1" providerId="LiveId" clId="{DFFEC349-448E-4066-8B3E-11C2C439887C}" dt="2026-05-06T14:35:47.162" v="1488" actId="20577"/>
          <ac:spMkLst>
            <pc:docMk/>
            <pc:sldMk cId="353104377" sldId="456"/>
            <ac:spMk id="28" creationId="{E749361A-7648-7B56-70E5-4419886C9B7C}"/>
          </ac:spMkLst>
        </pc:spChg>
        <pc:spChg chg="mod">
          <ac:chgData name="Jamila Abdul-Hadi" userId="7dc5ed719b2f96f1" providerId="LiveId" clId="{DFFEC349-448E-4066-8B3E-11C2C439887C}" dt="2026-05-06T14:32:30.024" v="1310"/>
          <ac:spMkLst>
            <pc:docMk/>
            <pc:sldMk cId="353104377" sldId="456"/>
            <ac:spMk id="30" creationId="{CC52C961-A22F-AB1C-CC00-AEB05CC3CD3B}"/>
          </ac:spMkLst>
        </pc:spChg>
        <pc:spChg chg="mod">
          <ac:chgData name="Jamila Abdul-Hadi" userId="7dc5ed719b2f96f1" providerId="LiveId" clId="{DFFEC349-448E-4066-8B3E-11C2C439887C}" dt="2026-05-06T14:34:59.664" v="1426"/>
          <ac:spMkLst>
            <pc:docMk/>
            <pc:sldMk cId="353104377" sldId="456"/>
            <ac:spMk id="31" creationId="{7669E88E-1172-CE12-988E-66568B42DB92}"/>
          </ac:spMkLst>
        </pc:spChg>
        <pc:spChg chg="add del mod topLvl">
          <ac:chgData name="Jamila Abdul-Hadi" userId="7dc5ed719b2f96f1" providerId="LiveId" clId="{DFFEC349-448E-4066-8B3E-11C2C439887C}" dt="2026-05-06T14:37:38.524" v="1528" actId="478"/>
          <ac:spMkLst>
            <pc:docMk/>
            <pc:sldMk cId="353104377" sldId="456"/>
            <ac:spMk id="33" creationId="{65B35890-D794-D912-32A0-753E88DADDD7}"/>
          </ac:spMkLst>
        </pc:spChg>
        <pc:spChg chg="mod topLvl">
          <ac:chgData name="Jamila Abdul-Hadi" userId="7dc5ed719b2f96f1" providerId="LiveId" clId="{DFFEC349-448E-4066-8B3E-11C2C439887C}" dt="2026-05-06T14:37:55.403" v="1578" actId="20577"/>
          <ac:spMkLst>
            <pc:docMk/>
            <pc:sldMk cId="353104377" sldId="456"/>
            <ac:spMk id="34" creationId="{C407CCFF-C879-D3CD-6EDC-4168AD237204}"/>
          </ac:spMkLst>
        </pc:spChg>
        <pc:spChg chg="add del mod topLvl">
          <ac:chgData name="Jamila Abdul-Hadi" userId="7dc5ed719b2f96f1" providerId="LiveId" clId="{DFFEC349-448E-4066-8B3E-11C2C439887C}" dt="2026-05-06T14:40:52.875" v="1616" actId="478"/>
          <ac:spMkLst>
            <pc:docMk/>
            <pc:sldMk cId="353104377" sldId="456"/>
            <ac:spMk id="36" creationId="{8CAB2349-8B42-8809-9DDE-F6FFB1566966}"/>
          </ac:spMkLst>
        </pc:spChg>
        <pc:spChg chg="mod topLvl">
          <ac:chgData name="Jamila Abdul-Hadi" userId="7dc5ed719b2f96f1" providerId="LiveId" clId="{DFFEC349-448E-4066-8B3E-11C2C439887C}" dt="2026-05-06T14:41:59.706" v="1623" actId="5793"/>
          <ac:spMkLst>
            <pc:docMk/>
            <pc:sldMk cId="353104377" sldId="456"/>
            <ac:spMk id="37" creationId="{8D7D0019-A4E7-8F17-8683-8FA4CCE57D59}"/>
          </ac:spMkLst>
        </pc:spChg>
        <pc:spChg chg="del mod topLvl">
          <ac:chgData name="Jamila Abdul-Hadi" userId="7dc5ed719b2f96f1" providerId="LiveId" clId="{DFFEC349-448E-4066-8B3E-11C2C439887C}" dt="2026-05-06T14:43:47.110" v="1636" actId="478"/>
          <ac:spMkLst>
            <pc:docMk/>
            <pc:sldMk cId="353104377" sldId="456"/>
            <ac:spMk id="39" creationId="{84D3B7ED-2A93-4115-92FD-BAC2E732E004}"/>
          </ac:spMkLst>
        </pc:spChg>
        <pc:spChg chg="mod topLvl">
          <ac:chgData name="Jamila Abdul-Hadi" userId="7dc5ed719b2f96f1" providerId="LiveId" clId="{DFFEC349-448E-4066-8B3E-11C2C439887C}" dt="2026-05-06T14:43:47.110" v="1636" actId="478"/>
          <ac:spMkLst>
            <pc:docMk/>
            <pc:sldMk cId="353104377" sldId="456"/>
            <ac:spMk id="40" creationId="{27148AF9-A897-7A78-BEDD-FD972AEB07A9}"/>
          </ac:spMkLst>
        </pc:spChg>
        <pc:spChg chg="mod">
          <ac:chgData name="Jamila Abdul-Hadi" userId="7dc5ed719b2f96f1" providerId="LiveId" clId="{DFFEC349-448E-4066-8B3E-11C2C439887C}" dt="2026-05-06T14:59:24.707" v="1837" actId="1036"/>
          <ac:spMkLst>
            <pc:docMk/>
            <pc:sldMk cId="353104377" sldId="456"/>
            <ac:spMk id="42" creationId="{A0315E0D-A37D-C89B-1B05-2B1610361B7B}"/>
          </ac:spMkLst>
        </pc:spChg>
        <pc:spChg chg="mod">
          <ac:chgData name="Jamila Abdul-Hadi" userId="7dc5ed719b2f96f1" providerId="LiveId" clId="{DFFEC349-448E-4066-8B3E-11C2C439887C}" dt="2026-05-06T14:43:13.069" v="1635" actId="20577"/>
          <ac:spMkLst>
            <pc:docMk/>
            <pc:sldMk cId="353104377" sldId="456"/>
            <ac:spMk id="43" creationId="{B4330360-E2FC-3555-C545-CEB62927BA3C}"/>
          </ac:spMkLst>
        </pc:spChg>
        <pc:spChg chg="del mod topLvl">
          <ac:chgData name="Jamila Abdul-Hadi" userId="7dc5ed719b2f96f1" providerId="LiveId" clId="{DFFEC349-448E-4066-8B3E-11C2C439887C}" dt="2026-05-06T14:42:35.546" v="1630" actId="478"/>
          <ac:spMkLst>
            <pc:docMk/>
            <pc:sldMk cId="353104377" sldId="456"/>
            <ac:spMk id="45" creationId="{1C8C6D8F-0A46-F068-C512-C21A1A524A92}"/>
          </ac:spMkLst>
        </pc:spChg>
        <pc:spChg chg="mod topLvl">
          <ac:chgData name="Jamila Abdul-Hadi" userId="7dc5ed719b2f96f1" providerId="LiveId" clId="{DFFEC349-448E-4066-8B3E-11C2C439887C}" dt="2026-05-06T14:42:43.215" v="1632" actId="20577"/>
          <ac:spMkLst>
            <pc:docMk/>
            <pc:sldMk cId="353104377" sldId="456"/>
            <ac:spMk id="46" creationId="{D63A90BA-B4E8-6660-64FB-DFE691EAFA7E}"/>
          </ac:spMkLst>
        </pc:spChg>
        <pc:spChg chg="mod">
          <ac:chgData name="Jamila Abdul-Hadi" userId="7dc5ed719b2f96f1" providerId="LiveId" clId="{DFFEC349-448E-4066-8B3E-11C2C439887C}" dt="2026-05-06T14:43:53.823" v="1637"/>
          <ac:spMkLst>
            <pc:docMk/>
            <pc:sldMk cId="353104377" sldId="456"/>
            <ac:spMk id="48" creationId="{48EB026C-411F-0FC8-8C9C-05FE322D118B}"/>
          </ac:spMkLst>
        </pc:spChg>
        <pc:spChg chg="mod">
          <ac:chgData name="Jamila Abdul-Hadi" userId="7dc5ed719b2f96f1" providerId="LiveId" clId="{DFFEC349-448E-4066-8B3E-11C2C439887C}" dt="2026-05-06T14:43:53.823" v="1637"/>
          <ac:spMkLst>
            <pc:docMk/>
            <pc:sldMk cId="353104377" sldId="456"/>
            <ac:spMk id="49" creationId="{EB30481A-DB3C-CE10-E487-2E717AB49B35}"/>
          </ac:spMkLst>
        </pc:spChg>
        <pc:spChg chg="mod">
          <ac:chgData name="Jamila Abdul-Hadi" userId="7dc5ed719b2f96f1" providerId="LiveId" clId="{DFFEC349-448E-4066-8B3E-11C2C439887C}" dt="2026-05-06T14:44:41.056" v="1641"/>
          <ac:spMkLst>
            <pc:docMk/>
            <pc:sldMk cId="353104377" sldId="456"/>
            <ac:spMk id="51" creationId="{0B713010-E433-9B7A-A075-B653ED70E9E3}"/>
          </ac:spMkLst>
        </pc:spChg>
        <pc:spChg chg="mod">
          <ac:chgData name="Jamila Abdul-Hadi" userId="7dc5ed719b2f96f1" providerId="LiveId" clId="{DFFEC349-448E-4066-8B3E-11C2C439887C}" dt="2026-05-06T14:45:05.786" v="1644" actId="20577"/>
          <ac:spMkLst>
            <pc:docMk/>
            <pc:sldMk cId="353104377" sldId="456"/>
            <ac:spMk id="52" creationId="{463FB2B6-83E4-536E-B5A6-0CC01DEEB92B}"/>
          </ac:spMkLst>
        </pc:spChg>
        <pc:spChg chg="mod">
          <ac:chgData name="Jamila Abdul-Hadi" userId="7dc5ed719b2f96f1" providerId="LiveId" clId="{DFFEC349-448E-4066-8B3E-11C2C439887C}" dt="2026-05-06T14:46:05.512" v="1647"/>
          <ac:spMkLst>
            <pc:docMk/>
            <pc:sldMk cId="353104377" sldId="456"/>
            <ac:spMk id="54" creationId="{36692B69-86F2-74EB-8C1A-35D77624F8C0}"/>
          </ac:spMkLst>
        </pc:spChg>
        <pc:spChg chg="mod">
          <ac:chgData name="Jamila Abdul-Hadi" userId="7dc5ed719b2f96f1" providerId="LiveId" clId="{DFFEC349-448E-4066-8B3E-11C2C439887C}" dt="2026-05-06T14:46:05.512" v="1647"/>
          <ac:spMkLst>
            <pc:docMk/>
            <pc:sldMk cId="353104377" sldId="456"/>
            <ac:spMk id="55" creationId="{C8EECE63-294D-8544-BDD8-CAC7A2567098}"/>
          </ac:spMkLst>
        </pc:spChg>
        <pc:spChg chg="mod">
          <ac:chgData name="Jamila Abdul-Hadi" userId="7dc5ed719b2f96f1" providerId="LiveId" clId="{DFFEC349-448E-4066-8B3E-11C2C439887C}" dt="2026-05-06T14:46:14.997" v="1648"/>
          <ac:spMkLst>
            <pc:docMk/>
            <pc:sldMk cId="353104377" sldId="456"/>
            <ac:spMk id="57" creationId="{F339567C-DD9B-F793-404D-F25170D7E638}"/>
          </ac:spMkLst>
        </pc:spChg>
        <pc:spChg chg="mod">
          <ac:chgData name="Jamila Abdul-Hadi" userId="7dc5ed719b2f96f1" providerId="LiveId" clId="{DFFEC349-448E-4066-8B3E-11C2C439887C}" dt="2026-05-06T14:46:14.997" v="1648"/>
          <ac:spMkLst>
            <pc:docMk/>
            <pc:sldMk cId="353104377" sldId="456"/>
            <ac:spMk id="58" creationId="{F8FAAA24-0CA1-4120-E9EC-AF181FC74A8C}"/>
          </ac:spMkLst>
        </pc:spChg>
        <pc:spChg chg="add del mod topLvl">
          <ac:chgData name="Jamila Abdul-Hadi" userId="7dc5ed719b2f96f1" providerId="LiveId" clId="{DFFEC349-448E-4066-8B3E-11C2C439887C}" dt="2026-05-06T14:59:16.663" v="1824" actId="1035"/>
          <ac:spMkLst>
            <pc:docMk/>
            <pc:sldMk cId="353104377" sldId="456"/>
            <ac:spMk id="60" creationId="{2BCE7D7B-12B4-2533-70C8-A7FE9ED12723}"/>
          </ac:spMkLst>
        </pc:spChg>
        <pc:spChg chg="mod topLvl">
          <ac:chgData name="Jamila Abdul-Hadi" userId="7dc5ed719b2f96f1" providerId="LiveId" clId="{DFFEC349-448E-4066-8B3E-11C2C439887C}" dt="2026-05-06T14:57:19.805" v="1811" actId="255"/>
          <ac:spMkLst>
            <pc:docMk/>
            <pc:sldMk cId="353104377" sldId="456"/>
            <ac:spMk id="61" creationId="{71D3CCAB-8BA9-8800-AAD1-122A0594E2EA}"/>
          </ac:spMkLst>
        </pc:spChg>
        <pc:spChg chg="mod">
          <ac:chgData name="Jamila Abdul-Hadi" userId="7dc5ed719b2f96f1" providerId="LiveId" clId="{DFFEC349-448E-4066-8B3E-11C2C439887C}" dt="2026-05-06T14:46:37.840" v="1650"/>
          <ac:spMkLst>
            <pc:docMk/>
            <pc:sldMk cId="353104377" sldId="456"/>
            <ac:spMk id="63" creationId="{3D1F3A5B-B23A-DD6D-68C7-AF96864D9802}"/>
          </ac:spMkLst>
        </pc:spChg>
        <pc:spChg chg="mod">
          <ac:chgData name="Jamila Abdul-Hadi" userId="7dc5ed719b2f96f1" providerId="LiveId" clId="{DFFEC349-448E-4066-8B3E-11C2C439887C}" dt="2026-05-06T14:56:27.687" v="1807" actId="255"/>
          <ac:spMkLst>
            <pc:docMk/>
            <pc:sldMk cId="353104377" sldId="456"/>
            <ac:spMk id="64" creationId="{803AAB23-077F-A94C-5B58-2750AC0F6693}"/>
          </ac:spMkLst>
        </pc:spChg>
        <pc:grpChg chg="add mod">
          <ac:chgData name="Jamila Abdul-Hadi" userId="7dc5ed719b2f96f1" providerId="LiveId" clId="{DFFEC349-448E-4066-8B3E-11C2C439887C}" dt="2026-05-06T14:45:55.035" v="1646" actId="14100"/>
          <ac:grpSpMkLst>
            <pc:docMk/>
            <pc:sldMk cId="353104377" sldId="456"/>
            <ac:grpSpMk id="17" creationId="{F0259D46-551B-E85E-8C0A-4CCD14232EB6}"/>
          </ac:grpSpMkLst>
        </pc:grpChg>
        <pc:grpChg chg="add mod">
          <ac:chgData name="Jamila Abdul-Hadi" userId="7dc5ed719b2f96f1" providerId="LiveId" clId="{DFFEC349-448E-4066-8B3E-11C2C439887C}" dt="2026-05-06T14:31:46.929" v="1308"/>
          <ac:grpSpMkLst>
            <pc:docMk/>
            <pc:sldMk cId="353104377" sldId="456"/>
            <ac:grpSpMk id="20" creationId="{793C3F40-266D-2B14-4DF5-1C87ACB69241}"/>
          </ac:grpSpMkLst>
        </pc:grpChg>
        <pc:grpChg chg="add mod">
          <ac:chgData name="Jamila Abdul-Hadi" userId="7dc5ed719b2f96f1" providerId="LiveId" clId="{DFFEC349-448E-4066-8B3E-11C2C439887C}" dt="2026-05-06T14:45:29.317" v="1645" actId="14100"/>
          <ac:grpSpMkLst>
            <pc:docMk/>
            <pc:sldMk cId="353104377" sldId="456"/>
            <ac:grpSpMk id="23" creationId="{050551A3-C294-4ACA-6302-EE8B8A55B04C}"/>
          </ac:grpSpMkLst>
        </pc:grpChg>
        <pc:grpChg chg="add del mod">
          <ac:chgData name="Jamila Abdul-Hadi" userId="7dc5ed719b2f96f1" providerId="LiveId" clId="{DFFEC349-448E-4066-8B3E-11C2C439887C}" dt="2026-05-06T14:40:03.584" v="1604" actId="478"/>
          <ac:grpSpMkLst>
            <pc:docMk/>
            <pc:sldMk cId="353104377" sldId="456"/>
            <ac:grpSpMk id="26" creationId="{92D48346-1846-D1A9-8305-FD210EDCF027}"/>
          </ac:grpSpMkLst>
        </pc:grpChg>
        <pc:grpChg chg="add del mod">
          <ac:chgData name="Jamila Abdul-Hadi" userId="7dc5ed719b2f96f1" providerId="LiveId" clId="{DFFEC349-448E-4066-8B3E-11C2C439887C}" dt="2026-05-06T14:40:06.536" v="1605" actId="478"/>
          <ac:grpSpMkLst>
            <pc:docMk/>
            <pc:sldMk cId="353104377" sldId="456"/>
            <ac:grpSpMk id="29" creationId="{E0B39DD1-5AD6-97E8-9FE2-CACD0ED1EDCE}"/>
          </ac:grpSpMkLst>
        </pc:grpChg>
        <pc:grpChg chg="add del mod">
          <ac:chgData name="Jamila Abdul-Hadi" userId="7dc5ed719b2f96f1" providerId="LiveId" clId="{DFFEC349-448E-4066-8B3E-11C2C439887C}" dt="2026-05-06T14:40:08.906" v="1606" actId="478"/>
          <ac:grpSpMkLst>
            <pc:docMk/>
            <pc:sldMk cId="353104377" sldId="456"/>
            <ac:grpSpMk id="32" creationId="{1BBAE31E-6925-CA1D-8B2A-2586A96FE85E}"/>
          </ac:grpSpMkLst>
        </pc:grpChg>
        <pc:grpChg chg="add del mod">
          <ac:chgData name="Jamila Abdul-Hadi" userId="7dc5ed719b2f96f1" providerId="LiveId" clId="{DFFEC349-448E-4066-8B3E-11C2C439887C}" dt="2026-05-06T14:40:52.875" v="1616" actId="478"/>
          <ac:grpSpMkLst>
            <pc:docMk/>
            <pc:sldMk cId="353104377" sldId="456"/>
            <ac:grpSpMk id="35" creationId="{E2D41309-582F-2CF9-27A3-1AEC17ACA852}"/>
          </ac:grpSpMkLst>
        </pc:grpChg>
        <pc:grpChg chg="add del mod">
          <ac:chgData name="Jamila Abdul-Hadi" userId="7dc5ed719b2f96f1" providerId="LiveId" clId="{DFFEC349-448E-4066-8B3E-11C2C439887C}" dt="2026-05-06T14:43:47.110" v="1636" actId="478"/>
          <ac:grpSpMkLst>
            <pc:docMk/>
            <pc:sldMk cId="353104377" sldId="456"/>
            <ac:grpSpMk id="38" creationId="{63B84DC6-3ACD-AA10-61E0-6BFFF359D68C}"/>
          </ac:grpSpMkLst>
        </pc:grpChg>
        <pc:grpChg chg="add mod">
          <ac:chgData name="Jamila Abdul-Hadi" userId="7dc5ed719b2f96f1" providerId="LiveId" clId="{DFFEC349-448E-4066-8B3E-11C2C439887C}" dt="2026-05-06T14:47:46.223" v="1660" actId="14100"/>
          <ac:grpSpMkLst>
            <pc:docMk/>
            <pc:sldMk cId="353104377" sldId="456"/>
            <ac:grpSpMk id="41" creationId="{37F285EF-0DE4-3B4D-3D59-902FEA9544C7}"/>
          </ac:grpSpMkLst>
        </pc:grpChg>
        <pc:grpChg chg="add del mod">
          <ac:chgData name="Jamila Abdul-Hadi" userId="7dc5ed719b2f96f1" providerId="LiveId" clId="{DFFEC349-448E-4066-8B3E-11C2C439887C}" dt="2026-05-06T14:42:35.546" v="1630" actId="478"/>
          <ac:grpSpMkLst>
            <pc:docMk/>
            <pc:sldMk cId="353104377" sldId="456"/>
            <ac:grpSpMk id="44" creationId="{C28A517B-5E9C-AA1A-BED2-0C572B08D1A3}"/>
          </ac:grpSpMkLst>
        </pc:grpChg>
        <pc:grpChg chg="add mod">
          <ac:chgData name="Jamila Abdul-Hadi" userId="7dc5ed719b2f96f1" providerId="LiveId" clId="{DFFEC349-448E-4066-8B3E-11C2C439887C}" dt="2026-05-06T14:44:23.135" v="1639" actId="1076"/>
          <ac:grpSpMkLst>
            <pc:docMk/>
            <pc:sldMk cId="353104377" sldId="456"/>
            <ac:grpSpMk id="47" creationId="{0940D7A5-C46F-DDA8-DBDE-C0C32D817BAF}"/>
          </ac:grpSpMkLst>
        </pc:grpChg>
        <pc:grpChg chg="add mod">
          <ac:chgData name="Jamila Abdul-Hadi" userId="7dc5ed719b2f96f1" providerId="LiveId" clId="{DFFEC349-448E-4066-8B3E-11C2C439887C}" dt="2026-05-06T14:48:11.039" v="1661" actId="14100"/>
          <ac:grpSpMkLst>
            <pc:docMk/>
            <pc:sldMk cId="353104377" sldId="456"/>
            <ac:grpSpMk id="50" creationId="{D6883AF4-0CFC-A37B-28C6-EE88C3E126AC}"/>
          </ac:grpSpMkLst>
        </pc:grpChg>
        <pc:grpChg chg="add mod">
          <ac:chgData name="Jamila Abdul-Hadi" userId="7dc5ed719b2f96f1" providerId="LiveId" clId="{DFFEC349-448E-4066-8B3E-11C2C439887C}" dt="2026-05-06T14:46:05.512" v="1647"/>
          <ac:grpSpMkLst>
            <pc:docMk/>
            <pc:sldMk cId="353104377" sldId="456"/>
            <ac:grpSpMk id="53" creationId="{3A009972-1C64-B30E-CB26-32E75F592027}"/>
          </ac:grpSpMkLst>
        </pc:grpChg>
        <pc:grpChg chg="add mod">
          <ac:chgData name="Jamila Abdul-Hadi" userId="7dc5ed719b2f96f1" providerId="LiveId" clId="{DFFEC349-448E-4066-8B3E-11C2C439887C}" dt="2026-05-06T14:46:14.997" v="1648"/>
          <ac:grpSpMkLst>
            <pc:docMk/>
            <pc:sldMk cId="353104377" sldId="456"/>
            <ac:grpSpMk id="56" creationId="{AD7F2840-C77A-23FB-89B4-3FB7E803A838}"/>
          </ac:grpSpMkLst>
        </pc:grpChg>
        <pc:grpChg chg="add del mod">
          <ac:chgData name="Jamila Abdul-Hadi" userId="7dc5ed719b2f96f1" providerId="LiveId" clId="{DFFEC349-448E-4066-8B3E-11C2C439887C}" dt="2026-05-06T14:49:27.348" v="1663" actId="478"/>
          <ac:grpSpMkLst>
            <pc:docMk/>
            <pc:sldMk cId="353104377" sldId="456"/>
            <ac:grpSpMk id="59" creationId="{BF2A107D-3D46-4CA0-23D5-4EF3764E2018}"/>
          </ac:grpSpMkLst>
        </pc:grpChg>
        <pc:grpChg chg="add mod">
          <ac:chgData name="Jamila Abdul-Hadi" userId="7dc5ed719b2f96f1" providerId="LiveId" clId="{DFFEC349-448E-4066-8B3E-11C2C439887C}" dt="2026-05-06T14:46:48.266" v="1651" actId="1076"/>
          <ac:grpSpMkLst>
            <pc:docMk/>
            <pc:sldMk cId="353104377" sldId="456"/>
            <ac:grpSpMk id="62" creationId="{5E7D8C2A-BFEE-EB2D-2862-23B078B2C4A7}"/>
          </ac:grpSpMkLst>
        </pc:grpChg>
        <pc:graphicFrameChg chg="add modGraphic">
          <ac:chgData name="Jamila Abdul-Hadi" userId="7dc5ed719b2f96f1" providerId="LiveId" clId="{DFFEC349-448E-4066-8B3E-11C2C439887C}" dt="2026-05-06T14:24:35.045" v="1159" actId="1032"/>
          <ac:graphicFrameMkLst>
            <pc:docMk/>
            <pc:sldMk cId="353104377" sldId="456"/>
            <ac:graphicFrameMk id="14" creationId="{BFDDFE75-A652-49BD-F185-8B582344D6FA}"/>
          </ac:graphicFrameMkLst>
        </pc:graphicFrameChg>
        <pc:graphicFrameChg chg="add del mod modGraphic">
          <ac:chgData name="Jamila Abdul-Hadi" userId="7dc5ed719b2f96f1" providerId="LiveId" clId="{DFFEC349-448E-4066-8B3E-11C2C439887C}" dt="2026-05-06T14:29:06.108" v="1181" actId="478"/>
          <ac:graphicFrameMkLst>
            <pc:docMk/>
            <pc:sldMk cId="353104377" sldId="456"/>
            <ac:graphicFrameMk id="15" creationId="{0ADF9A87-BC0E-7F77-3E3C-E995F9174533}"/>
          </ac:graphicFrameMkLst>
        </pc:graphicFrameChg>
        <pc:graphicFrameChg chg="add del modGraphic">
          <ac:chgData name="Jamila Abdul-Hadi" userId="7dc5ed719b2f96f1" providerId="LiveId" clId="{DFFEC349-448E-4066-8B3E-11C2C439887C}" dt="2026-05-06T14:30:39.537" v="1306" actId="1032"/>
          <ac:graphicFrameMkLst>
            <pc:docMk/>
            <pc:sldMk cId="353104377" sldId="456"/>
            <ac:graphicFrameMk id="16" creationId="{95C4826D-AD39-6243-052E-5622444F5A81}"/>
          </ac:graphicFrameMkLst>
        </pc:graphicFrameChg>
        <pc:picChg chg="add del mod">
          <ac:chgData name="Jamila Abdul-Hadi" userId="7dc5ed719b2f96f1" providerId="LiveId" clId="{DFFEC349-448E-4066-8B3E-11C2C439887C}" dt="2026-05-06T14:44:33.310" v="1640" actId="1076"/>
          <ac:picMkLst>
            <pc:docMk/>
            <pc:sldMk cId="353104377" sldId="456"/>
            <ac:picMk id="6" creationId="{F812D493-43BA-77E3-CB20-F27B4B0CA8E3}"/>
          </ac:picMkLst>
        </pc:picChg>
        <pc:picChg chg="del">
          <ac:chgData name="Jamila Abdul-Hadi" userId="7dc5ed719b2f96f1" providerId="LiveId" clId="{DFFEC349-448E-4066-8B3E-11C2C439887C}" dt="2026-05-06T14:22:35.185" v="1152" actId="478"/>
          <ac:picMkLst>
            <pc:docMk/>
            <pc:sldMk cId="353104377" sldId="456"/>
            <ac:picMk id="10" creationId="{00000000-0000-0000-0000-000000000000}"/>
          </ac:picMkLst>
        </pc:picChg>
        <pc:picChg chg="add mod">
          <ac:chgData name="Jamila Abdul-Hadi" userId="7dc5ed719b2f96f1" providerId="LiveId" clId="{DFFEC349-448E-4066-8B3E-11C2C439887C}" dt="2026-05-06T14:18:21.894" v="1128"/>
          <ac:picMkLst>
            <pc:docMk/>
            <pc:sldMk cId="353104377" sldId="456"/>
            <ac:picMk id="11" creationId="{35E91F34-09D8-22D5-8209-9CB203A8FA0A}"/>
          </ac:picMkLst>
        </pc:picChg>
        <pc:picChg chg="add mod">
          <ac:chgData name="Jamila Abdul-Hadi" userId="7dc5ed719b2f96f1" providerId="LiveId" clId="{DFFEC349-448E-4066-8B3E-11C2C439887C}" dt="2026-05-06T14:22:41.914" v="1155" actId="1076"/>
          <ac:picMkLst>
            <pc:docMk/>
            <pc:sldMk cId="353104377" sldId="456"/>
            <ac:picMk id="13" creationId="{91B9ECEA-DE2D-7BB8-8E8A-E7112E52BF51}"/>
          </ac:picMkLst>
        </pc:picChg>
      </pc:sldChg>
      <pc:sldChg chg="modSp mod">
        <pc:chgData name="Jamila Abdul-Hadi" userId="7dc5ed719b2f96f1" providerId="LiveId" clId="{DFFEC349-448E-4066-8B3E-11C2C439887C}" dt="2026-05-04T13:34:30.874" v="302" actId="1036"/>
        <pc:sldMkLst>
          <pc:docMk/>
          <pc:sldMk cId="1232725559" sldId="469"/>
        </pc:sldMkLst>
        <pc:spChg chg="mod">
          <ac:chgData name="Jamila Abdul-Hadi" userId="7dc5ed719b2f96f1" providerId="LiveId" clId="{DFFEC349-448E-4066-8B3E-11C2C439887C}" dt="2026-05-04T13:25:41.751" v="161" actId="20577"/>
          <ac:spMkLst>
            <pc:docMk/>
            <pc:sldMk cId="1232725559" sldId="469"/>
            <ac:spMk id="7" creationId="{0158B03E-2FA5-49AE-8167-43B55F3AC698}"/>
          </ac:spMkLst>
        </pc:spChg>
        <pc:spChg chg="mod">
          <ac:chgData name="Jamila Abdul-Hadi" userId="7dc5ed719b2f96f1" providerId="LiveId" clId="{DFFEC349-448E-4066-8B3E-11C2C439887C}" dt="2026-05-04T13:34:25.019" v="300" actId="20577"/>
          <ac:spMkLst>
            <pc:docMk/>
            <pc:sldMk cId="1232725559" sldId="469"/>
            <ac:spMk id="10" creationId="{6D1EFA20-54C8-403F-A43D-F7BBF114D74C}"/>
          </ac:spMkLst>
        </pc:spChg>
        <pc:picChg chg="mod">
          <ac:chgData name="Jamila Abdul-Hadi" userId="7dc5ed719b2f96f1" providerId="LiveId" clId="{DFFEC349-448E-4066-8B3E-11C2C439887C}" dt="2026-05-04T13:34:30.874" v="302" actId="1036"/>
          <ac:picMkLst>
            <pc:docMk/>
            <pc:sldMk cId="1232725559" sldId="469"/>
            <ac:picMk id="9" creationId="{7D401E8F-E957-458C-AA91-ABE3C5227AD8}"/>
          </ac:picMkLst>
        </pc:picChg>
      </pc:sldChg>
      <pc:sldChg chg="addSp delSp modSp del mod modAnim">
        <pc:chgData name="Jamila Abdul-Hadi" userId="7dc5ed719b2f96f1" providerId="LiveId" clId="{DFFEC349-448E-4066-8B3E-11C2C439887C}" dt="2026-05-06T12:35:56.564" v="511" actId="47"/>
        <pc:sldMkLst>
          <pc:docMk/>
          <pc:sldMk cId="1627038925" sldId="470"/>
        </pc:sldMkLst>
        <pc:spChg chg="del">
          <ac:chgData name="Jamila Abdul-Hadi" userId="7dc5ed719b2f96f1" providerId="LiveId" clId="{DFFEC349-448E-4066-8B3E-11C2C439887C}" dt="2026-05-06T11:35:45.994" v="316" actId="478"/>
          <ac:spMkLst>
            <pc:docMk/>
            <pc:sldMk cId="1627038925" sldId="470"/>
            <ac:spMk id="2" creationId="{1BCDD79F-4ED0-ACBA-45F4-C5D2E6A3AC7D}"/>
          </ac:spMkLst>
        </pc:spChg>
        <pc:spChg chg="del mod">
          <ac:chgData name="Jamila Abdul-Hadi" userId="7dc5ed719b2f96f1" providerId="LiveId" clId="{DFFEC349-448E-4066-8B3E-11C2C439887C}" dt="2026-05-06T11:36:21.736" v="320" actId="478"/>
          <ac:spMkLst>
            <pc:docMk/>
            <pc:sldMk cId="1627038925" sldId="470"/>
            <ac:spMk id="5" creationId="{E5BBD55E-BFF0-ACC8-7D8B-9D2B3F8C7175}"/>
          </ac:spMkLst>
        </pc:spChg>
        <pc:spChg chg="add del">
          <ac:chgData name="Jamila Abdul-Hadi" userId="7dc5ed719b2f96f1" providerId="LiveId" clId="{DFFEC349-448E-4066-8B3E-11C2C439887C}" dt="2026-05-06T11:37:14.739" v="328" actId="478"/>
          <ac:spMkLst>
            <pc:docMk/>
            <pc:sldMk cId="1627038925" sldId="470"/>
            <ac:spMk id="7" creationId="{E855D954-09D8-4271-B38D-25945E6B0419}"/>
          </ac:spMkLst>
        </pc:spChg>
        <pc:spChg chg="del">
          <ac:chgData name="Jamila Abdul-Hadi" userId="7dc5ed719b2f96f1" providerId="LiveId" clId="{DFFEC349-448E-4066-8B3E-11C2C439887C}" dt="2026-05-06T11:37:23.643" v="330" actId="478"/>
          <ac:spMkLst>
            <pc:docMk/>
            <pc:sldMk cId="1627038925" sldId="470"/>
            <ac:spMk id="8" creationId="{7B16621D-4D97-4355-B4C9-7EFC7EBE6C23}"/>
          </ac:spMkLst>
        </pc:spChg>
        <pc:spChg chg="del">
          <ac:chgData name="Jamila Abdul-Hadi" userId="7dc5ed719b2f96f1" providerId="LiveId" clId="{DFFEC349-448E-4066-8B3E-11C2C439887C}" dt="2026-05-06T11:37:50.269" v="335" actId="478"/>
          <ac:spMkLst>
            <pc:docMk/>
            <pc:sldMk cId="1627038925" sldId="470"/>
            <ac:spMk id="9" creationId="{3A0F48B1-3E05-4AF5-8FAE-422D77E3BEB7}"/>
          </ac:spMkLst>
        </pc:spChg>
        <pc:spChg chg="del">
          <ac:chgData name="Jamila Abdul-Hadi" userId="7dc5ed719b2f96f1" providerId="LiveId" clId="{DFFEC349-448E-4066-8B3E-11C2C439887C}" dt="2026-05-06T11:37:55.143" v="336" actId="478"/>
          <ac:spMkLst>
            <pc:docMk/>
            <pc:sldMk cId="1627038925" sldId="470"/>
            <ac:spMk id="10" creationId="{2B41F173-7624-446C-A02A-E1C91A0D5AA2}"/>
          </ac:spMkLst>
        </pc:spChg>
        <pc:spChg chg="del">
          <ac:chgData name="Jamila Abdul-Hadi" userId="7dc5ed719b2f96f1" providerId="LiveId" clId="{DFFEC349-448E-4066-8B3E-11C2C439887C}" dt="2026-05-06T11:37:26.614" v="331" actId="478"/>
          <ac:spMkLst>
            <pc:docMk/>
            <pc:sldMk cId="1627038925" sldId="470"/>
            <ac:spMk id="11" creationId="{37D92480-EAF9-4B4F-A0F6-E589B4ACB7F4}"/>
          </ac:spMkLst>
        </pc:spChg>
        <pc:spChg chg="del">
          <ac:chgData name="Jamila Abdul-Hadi" userId="7dc5ed719b2f96f1" providerId="LiveId" clId="{DFFEC349-448E-4066-8B3E-11C2C439887C}" dt="2026-05-06T11:37:32.178" v="332" actId="478"/>
          <ac:spMkLst>
            <pc:docMk/>
            <pc:sldMk cId="1627038925" sldId="470"/>
            <ac:spMk id="12" creationId="{768F13BC-B63B-4E28-8AAE-7FC466FD01BF}"/>
          </ac:spMkLst>
        </pc:spChg>
        <pc:spChg chg="del">
          <ac:chgData name="Jamila Abdul-Hadi" userId="7dc5ed719b2f96f1" providerId="LiveId" clId="{DFFEC349-448E-4066-8B3E-11C2C439887C}" dt="2026-05-06T11:36:37.655" v="322" actId="478"/>
          <ac:spMkLst>
            <pc:docMk/>
            <pc:sldMk cId="1627038925" sldId="470"/>
            <ac:spMk id="13" creationId="{04B87770-7ED7-464B-8B9A-2D3A4CC71E34}"/>
          </ac:spMkLst>
        </pc:spChg>
        <pc:spChg chg="del">
          <ac:chgData name="Jamila Abdul-Hadi" userId="7dc5ed719b2f96f1" providerId="LiveId" clId="{DFFEC349-448E-4066-8B3E-11C2C439887C}" dt="2026-05-06T11:36:47.700" v="324" actId="478"/>
          <ac:spMkLst>
            <pc:docMk/>
            <pc:sldMk cId="1627038925" sldId="470"/>
            <ac:spMk id="15" creationId="{B75B973E-A6A7-4839-B07D-451B08F97533}"/>
          </ac:spMkLst>
        </pc:spChg>
        <pc:spChg chg="del">
          <ac:chgData name="Jamila Abdul-Hadi" userId="7dc5ed719b2f96f1" providerId="LiveId" clId="{DFFEC349-448E-4066-8B3E-11C2C439887C}" dt="2026-05-06T11:36:44.313" v="323" actId="478"/>
          <ac:spMkLst>
            <pc:docMk/>
            <pc:sldMk cId="1627038925" sldId="470"/>
            <ac:spMk id="16" creationId="{02EC3511-C199-4480-B2D0-43E94DFF4180}"/>
          </ac:spMkLst>
        </pc:spChg>
        <pc:spChg chg="del">
          <ac:chgData name="Jamila Abdul-Hadi" userId="7dc5ed719b2f96f1" providerId="LiveId" clId="{DFFEC349-448E-4066-8B3E-11C2C439887C}" dt="2026-05-06T11:35:53.027" v="318" actId="478"/>
          <ac:spMkLst>
            <pc:docMk/>
            <pc:sldMk cId="1627038925" sldId="470"/>
            <ac:spMk id="17" creationId="{69A87500-CFBE-4D87-BBEA-539E319CE069}"/>
          </ac:spMkLst>
        </pc:spChg>
        <pc:spChg chg="del">
          <ac:chgData name="Jamila Abdul-Hadi" userId="7dc5ed719b2f96f1" providerId="LiveId" clId="{DFFEC349-448E-4066-8B3E-11C2C439887C}" dt="2026-05-06T11:38:10.543" v="339" actId="478"/>
          <ac:spMkLst>
            <pc:docMk/>
            <pc:sldMk cId="1627038925" sldId="470"/>
            <ac:spMk id="19" creationId="{5A8E21A4-DFE1-42AC-85EB-A6D19F6C36ED}"/>
          </ac:spMkLst>
        </pc:spChg>
        <pc:spChg chg="del">
          <ac:chgData name="Jamila Abdul-Hadi" userId="7dc5ed719b2f96f1" providerId="LiveId" clId="{DFFEC349-448E-4066-8B3E-11C2C439887C}" dt="2026-05-06T11:38:04.388" v="338" actId="478"/>
          <ac:spMkLst>
            <pc:docMk/>
            <pc:sldMk cId="1627038925" sldId="470"/>
            <ac:spMk id="20" creationId="{78A7F786-8514-466C-AF69-DF0225AF99B8}"/>
          </ac:spMkLst>
        </pc:spChg>
        <pc:spChg chg="del">
          <ac:chgData name="Jamila Abdul-Hadi" userId="7dc5ed719b2f96f1" providerId="LiveId" clId="{DFFEC349-448E-4066-8B3E-11C2C439887C}" dt="2026-05-06T11:38:14.923" v="340" actId="478"/>
          <ac:spMkLst>
            <pc:docMk/>
            <pc:sldMk cId="1627038925" sldId="470"/>
            <ac:spMk id="23" creationId="{BFAEE011-3722-4E7B-A940-FC1ECD6A3BCC}"/>
          </ac:spMkLst>
        </pc:spChg>
        <pc:spChg chg="del">
          <ac:chgData name="Jamila Abdul-Hadi" userId="7dc5ed719b2f96f1" providerId="LiveId" clId="{DFFEC349-448E-4066-8B3E-11C2C439887C}" dt="2026-05-06T11:37:47.428" v="334" actId="478"/>
          <ac:spMkLst>
            <pc:docMk/>
            <pc:sldMk cId="1627038925" sldId="470"/>
            <ac:spMk id="24" creationId="{FE278106-11E0-4C5B-A449-9FF9C1E83008}"/>
          </ac:spMkLst>
        </pc:spChg>
        <pc:spChg chg="del">
          <ac:chgData name="Jamila Abdul-Hadi" userId="7dc5ed719b2f96f1" providerId="LiveId" clId="{DFFEC349-448E-4066-8B3E-11C2C439887C}" dt="2026-05-06T11:38:01.059" v="337" actId="478"/>
          <ac:spMkLst>
            <pc:docMk/>
            <pc:sldMk cId="1627038925" sldId="470"/>
            <ac:spMk id="26" creationId="{85728371-53F8-4809-9440-495DFB2550EB}"/>
          </ac:spMkLst>
        </pc:spChg>
        <pc:spChg chg="del">
          <ac:chgData name="Jamila Abdul-Hadi" userId="7dc5ed719b2f96f1" providerId="LiveId" clId="{DFFEC349-448E-4066-8B3E-11C2C439887C}" dt="2026-05-06T11:36:33.736" v="321" actId="478"/>
          <ac:spMkLst>
            <pc:docMk/>
            <pc:sldMk cId="1627038925" sldId="470"/>
            <ac:spMk id="27" creationId="{7A921630-8D63-4791-9BC3-D420DD90C4B5}"/>
          </ac:spMkLst>
        </pc:spChg>
        <pc:spChg chg="mod">
          <ac:chgData name="Jamila Abdul-Hadi" userId="7dc5ed719b2f96f1" providerId="LiveId" clId="{DFFEC349-448E-4066-8B3E-11C2C439887C}" dt="2026-05-06T11:35:49.954" v="317" actId="20577"/>
          <ac:spMkLst>
            <pc:docMk/>
            <pc:sldMk cId="1627038925" sldId="470"/>
            <ac:spMk id="29" creationId="{749A0EFC-8489-412A-BBEA-97218932363C}"/>
          </ac:spMkLst>
        </pc:spChg>
        <pc:spChg chg="del">
          <ac:chgData name="Jamila Abdul-Hadi" userId="7dc5ed719b2f96f1" providerId="LiveId" clId="{DFFEC349-448E-4066-8B3E-11C2C439887C}" dt="2026-05-06T11:37:38.732" v="333" actId="478"/>
          <ac:spMkLst>
            <pc:docMk/>
            <pc:sldMk cId="1627038925" sldId="470"/>
            <ac:spMk id="30" creationId="{B1B4CA53-F04F-42DD-9502-DF4740262177}"/>
          </ac:spMkLst>
        </pc:spChg>
        <pc:spChg chg="mod">
          <ac:chgData name="Jamila Abdul-Hadi" userId="7dc5ed719b2f96f1" providerId="LiveId" clId="{DFFEC349-448E-4066-8B3E-11C2C439887C}" dt="2026-05-06T11:35:26.214" v="315" actId="6549"/>
          <ac:spMkLst>
            <pc:docMk/>
            <pc:sldMk cId="1627038925" sldId="470"/>
            <ac:spMk id="31" creationId="{C0045FC3-BF77-4205-B6FB-5FCA0C169C18}"/>
          </ac:spMkLst>
        </pc:spChg>
        <pc:spChg chg="del">
          <ac:chgData name="Jamila Abdul-Hadi" userId="7dc5ed719b2f96f1" providerId="LiveId" clId="{DFFEC349-448E-4066-8B3E-11C2C439887C}" dt="2026-05-06T11:37:20.146" v="329" actId="478"/>
          <ac:spMkLst>
            <pc:docMk/>
            <pc:sldMk cId="1627038925" sldId="470"/>
            <ac:spMk id="33" creationId="{84C3F6F0-E047-4818-8283-21F3194E51D5}"/>
          </ac:spMkLst>
        </pc:spChg>
        <pc:spChg chg="del">
          <ac:chgData name="Jamila Abdul-Hadi" userId="7dc5ed719b2f96f1" providerId="LiveId" clId="{DFFEC349-448E-4066-8B3E-11C2C439887C}" dt="2026-05-06T11:36:55.063" v="325" actId="478"/>
          <ac:spMkLst>
            <pc:docMk/>
            <pc:sldMk cId="1627038925" sldId="470"/>
            <ac:spMk id="36" creationId="{9BED3A90-CE43-9D4E-EFBE-CF28E85C4E80}"/>
          </ac:spMkLst>
        </pc:spChg>
        <pc:picChg chg="add del">
          <ac:chgData name="Jamila Abdul-Hadi" userId="7dc5ed719b2f96f1" providerId="LiveId" clId="{DFFEC349-448E-4066-8B3E-11C2C439887C}" dt="2026-05-06T11:35:11.590" v="305" actId="478"/>
          <ac:picMkLst>
            <pc:docMk/>
            <pc:sldMk cId="1627038925" sldId="470"/>
            <ac:picMk id="6" creationId="{E7EE8016-3A76-481E-9494-BF9A64875CF1}"/>
          </ac:picMkLst>
        </pc:picChg>
        <pc:picChg chg="add mod">
          <ac:chgData name="Jamila Abdul-Hadi" userId="7dc5ed719b2f96f1" providerId="LiveId" clId="{DFFEC349-448E-4066-8B3E-11C2C439887C}" dt="2026-05-06T11:38:37.498" v="341"/>
          <ac:picMkLst>
            <pc:docMk/>
            <pc:sldMk cId="1627038925" sldId="470"/>
            <ac:picMk id="37" creationId="{3DADAA3C-AF6C-AAC1-D72C-1DC2762487DC}"/>
          </ac:picMkLst>
        </pc:picChg>
      </pc:sldChg>
      <pc:sldChg chg="addSp modSp mod modNotesTx">
        <pc:chgData name="Jamila Abdul-Hadi" userId="7dc5ed719b2f96f1" providerId="LiveId" clId="{DFFEC349-448E-4066-8B3E-11C2C439887C}" dt="2026-05-06T14:09:36.867" v="1126" actId="20577"/>
        <pc:sldMkLst>
          <pc:docMk/>
          <pc:sldMk cId="1098548624" sldId="471"/>
        </pc:sldMkLst>
        <pc:spChg chg="mod">
          <ac:chgData name="Jamila Abdul-Hadi" userId="7dc5ed719b2f96f1" providerId="LiveId" clId="{DFFEC349-448E-4066-8B3E-11C2C439887C}" dt="2026-05-06T13:56:33.033" v="1074" actId="123"/>
          <ac:spMkLst>
            <pc:docMk/>
            <pc:sldMk cId="1098548624" sldId="471"/>
            <ac:spMk id="7" creationId="{21327E5C-9256-103A-985A-A4CC8C39C112}"/>
          </ac:spMkLst>
        </pc:spChg>
        <pc:spChg chg="mod">
          <ac:chgData name="Jamila Abdul-Hadi" userId="7dc5ed719b2f96f1" providerId="LiveId" clId="{DFFEC349-448E-4066-8B3E-11C2C439887C}" dt="2026-05-06T13:32:34.042" v="610"/>
          <ac:spMkLst>
            <pc:docMk/>
            <pc:sldMk cId="1098548624" sldId="471"/>
            <ac:spMk id="10" creationId="{A8CB6247-0218-2B26-B049-55373B40DE5F}"/>
          </ac:spMkLst>
        </pc:spChg>
        <pc:spChg chg="mod">
          <ac:chgData name="Jamila Abdul-Hadi" userId="7dc5ed719b2f96f1" providerId="LiveId" clId="{DFFEC349-448E-4066-8B3E-11C2C439887C}" dt="2026-05-06T14:09:36.867" v="1126" actId="20577"/>
          <ac:spMkLst>
            <pc:docMk/>
            <pc:sldMk cId="1098548624" sldId="471"/>
            <ac:spMk id="19" creationId="{B8E4E8FA-A849-4D73-88DC-E7EE522F55C7}"/>
          </ac:spMkLst>
        </pc:spChg>
        <pc:spChg chg="mod">
          <ac:chgData name="Jamila Abdul-Hadi" userId="7dc5ed719b2f96f1" providerId="LiveId" clId="{DFFEC349-448E-4066-8B3E-11C2C439887C}" dt="2026-05-06T13:54:21.195" v="960" actId="20577"/>
          <ac:spMkLst>
            <pc:docMk/>
            <pc:sldMk cId="1098548624" sldId="471"/>
            <ac:spMk id="31" creationId="{00000000-0000-0000-0000-000000000000}"/>
          </ac:spMkLst>
        </pc:spChg>
        <pc:spChg chg="mod">
          <ac:chgData name="Jamila Abdul-Hadi" userId="7dc5ed719b2f96f1" providerId="LiveId" clId="{DFFEC349-448E-4066-8B3E-11C2C439887C}" dt="2026-05-06T13:32:03.940" v="608"/>
          <ac:spMkLst>
            <pc:docMk/>
            <pc:sldMk cId="1098548624" sldId="471"/>
            <ac:spMk id="32" creationId="{00000000-0000-0000-0000-000000000000}"/>
          </ac:spMkLst>
        </pc:spChg>
        <pc:spChg chg="mod">
          <ac:chgData name="Jamila Abdul-Hadi" userId="7dc5ed719b2f96f1" providerId="LiveId" clId="{DFFEC349-448E-4066-8B3E-11C2C439887C}" dt="2026-05-06T13:48:37.412" v="806" actId="255"/>
          <ac:spMkLst>
            <pc:docMk/>
            <pc:sldMk cId="1098548624" sldId="471"/>
            <ac:spMk id="33" creationId="{00000000-0000-0000-0000-000000000000}"/>
          </ac:spMkLst>
        </pc:spChg>
        <pc:spChg chg="mod">
          <ac:chgData name="Jamila Abdul-Hadi" userId="7dc5ed719b2f96f1" providerId="LiveId" clId="{DFFEC349-448E-4066-8B3E-11C2C439887C}" dt="2026-05-06T13:29:17.458" v="605"/>
          <ac:spMkLst>
            <pc:docMk/>
            <pc:sldMk cId="1098548624" sldId="471"/>
            <ac:spMk id="34" creationId="{00000000-0000-0000-0000-000000000000}"/>
          </ac:spMkLst>
        </pc:spChg>
        <pc:grpChg chg="add mod">
          <ac:chgData name="Jamila Abdul-Hadi" userId="7dc5ed719b2f96f1" providerId="LiveId" clId="{DFFEC349-448E-4066-8B3E-11C2C439887C}" dt="2026-05-06T13:33:59.172" v="621" actId="1076"/>
          <ac:grpSpMkLst>
            <pc:docMk/>
            <pc:sldMk cId="1098548624" sldId="471"/>
            <ac:grpSpMk id="3" creationId="{33C4B444-6E06-DEAA-1053-CA34501C6757}"/>
          </ac:grpSpMkLst>
        </pc:grpChg>
        <pc:grpChg chg="mod">
          <ac:chgData name="Jamila Abdul-Hadi" userId="7dc5ed719b2f96f1" providerId="LiveId" clId="{DFFEC349-448E-4066-8B3E-11C2C439887C}" dt="2026-05-06T13:33:23.770" v="616" actId="14100"/>
          <ac:grpSpMkLst>
            <pc:docMk/>
            <pc:sldMk cId="1098548624" sldId="471"/>
            <ac:grpSpMk id="29" creationId="{00000000-0000-0000-0000-000000000000}"/>
          </ac:grpSpMkLst>
        </pc:grpChg>
        <pc:grpChg chg="mod">
          <ac:chgData name="Jamila Abdul-Hadi" userId="7dc5ed719b2f96f1" providerId="LiveId" clId="{DFFEC349-448E-4066-8B3E-11C2C439887C}" dt="2026-05-06T13:49:26.401" v="826" actId="1076"/>
          <ac:grpSpMkLst>
            <pc:docMk/>
            <pc:sldMk cId="1098548624" sldId="471"/>
            <ac:grpSpMk id="30" creationId="{00000000-0000-0000-0000-000000000000}"/>
          </ac:grpSpMkLst>
        </pc:grpChg>
        <pc:picChg chg="mod">
          <ac:chgData name="Jamila Abdul-Hadi" userId="7dc5ed719b2f96f1" providerId="LiveId" clId="{DFFEC349-448E-4066-8B3E-11C2C439887C}" dt="2026-05-06T13:33:06.281" v="614" actId="1076"/>
          <ac:picMkLst>
            <pc:docMk/>
            <pc:sldMk cId="1098548624" sldId="471"/>
            <ac:picMk id="14" creationId="{00000000-0000-0000-0000-000000000000}"/>
          </ac:picMkLst>
        </pc:picChg>
      </pc:sldChg>
      <pc:sldChg chg="modSp mod">
        <pc:chgData name="Jamila Abdul-Hadi" userId="7dc5ed719b2f96f1" providerId="LiveId" clId="{DFFEC349-448E-4066-8B3E-11C2C439887C}" dt="2026-05-06T13:15:46.520" v="603"/>
        <pc:sldMkLst>
          <pc:docMk/>
          <pc:sldMk cId="3979208757" sldId="472"/>
        </pc:sldMkLst>
        <pc:spChg chg="mod">
          <ac:chgData name="Jamila Abdul-Hadi" userId="7dc5ed719b2f96f1" providerId="LiveId" clId="{DFFEC349-448E-4066-8B3E-11C2C439887C}" dt="2026-05-06T13:15:46.520" v="603"/>
          <ac:spMkLst>
            <pc:docMk/>
            <pc:sldMk cId="3979208757" sldId="472"/>
            <ac:spMk id="22" creationId="{00000000-0000-0000-0000-000000000000}"/>
          </ac:spMkLst>
        </pc:spChg>
        <pc:spChg chg="mod">
          <ac:chgData name="Jamila Abdul-Hadi" userId="7dc5ed719b2f96f1" providerId="LiveId" clId="{DFFEC349-448E-4066-8B3E-11C2C439887C}" dt="2026-05-06T13:11:18.043" v="601" actId="20577"/>
          <ac:spMkLst>
            <pc:docMk/>
            <pc:sldMk cId="3979208757" sldId="472"/>
            <ac:spMk id="24" creationId="{00000000-0000-0000-0000-000000000000}"/>
          </ac:spMkLst>
        </pc:spChg>
      </pc:sldChg>
      <pc:sldChg chg="addSp delSp modSp add mod">
        <pc:chgData name="Jamila Abdul-Hadi" userId="7dc5ed719b2f96f1" providerId="LiveId" clId="{DFFEC349-448E-4066-8B3E-11C2C439887C}" dt="2026-05-06T15:05:47.137" v="1892" actId="207"/>
        <pc:sldMkLst>
          <pc:docMk/>
          <pc:sldMk cId="755229149" sldId="473"/>
        </pc:sldMkLst>
        <pc:spChg chg="del">
          <ac:chgData name="Jamila Abdul-Hadi" userId="7dc5ed719b2f96f1" providerId="LiveId" clId="{DFFEC349-448E-4066-8B3E-11C2C439887C}" dt="2026-05-06T12:20:16.507" v="469" actId="478"/>
          <ac:spMkLst>
            <pc:docMk/>
            <pc:sldMk cId="755229149" sldId="473"/>
            <ac:spMk id="2" creationId="{6E9CE787-E8E8-5727-4FB5-9E0F9F0170D5}"/>
          </ac:spMkLst>
        </pc:spChg>
        <pc:spChg chg="del">
          <ac:chgData name="Jamila Abdul-Hadi" userId="7dc5ed719b2f96f1" providerId="LiveId" clId="{DFFEC349-448E-4066-8B3E-11C2C439887C}" dt="2026-05-06T12:14:14.034" v="441" actId="478"/>
          <ac:spMkLst>
            <pc:docMk/>
            <pc:sldMk cId="755229149" sldId="473"/>
            <ac:spMk id="7" creationId="{63E1B6C3-8E6D-0969-8465-215A536C9780}"/>
          </ac:spMkLst>
        </pc:spChg>
        <pc:spChg chg="del">
          <ac:chgData name="Jamila Abdul-Hadi" userId="7dc5ed719b2f96f1" providerId="LiveId" clId="{DFFEC349-448E-4066-8B3E-11C2C439887C}" dt="2026-05-06T12:14:08.912" v="440" actId="478"/>
          <ac:spMkLst>
            <pc:docMk/>
            <pc:sldMk cId="755229149" sldId="473"/>
            <ac:spMk id="8" creationId="{E21ACB8F-5436-CD83-9757-38FE75F47B9C}"/>
          </ac:spMkLst>
        </pc:spChg>
        <pc:spChg chg="del">
          <ac:chgData name="Jamila Abdul-Hadi" userId="7dc5ed719b2f96f1" providerId="LiveId" clId="{DFFEC349-448E-4066-8B3E-11C2C439887C}" dt="2026-05-06T12:02:25.419" v="369" actId="478"/>
          <ac:spMkLst>
            <pc:docMk/>
            <pc:sldMk cId="755229149" sldId="473"/>
            <ac:spMk id="9" creationId="{DAE89BB1-977E-9309-B64E-0D9FDE410447}"/>
          </ac:spMkLst>
        </pc:spChg>
        <pc:spChg chg="del">
          <ac:chgData name="Jamila Abdul-Hadi" userId="7dc5ed719b2f96f1" providerId="LiveId" clId="{DFFEC349-448E-4066-8B3E-11C2C439887C}" dt="2026-05-06T12:02:29.171" v="370" actId="478"/>
          <ac:spMkLst>
            <pc:docMk/>
            <pc:sldMk cId="755229149" sldId="473"/>
            <ac:spMk id="10" creationId="{83C66D06-D21E-A14C-99BA-67F625164D32}"/>
          </ac:spMkLst>
        </pc:spChg>
        <pc:spChg chg="del">
          <ac:chgData name="Jamila Abdul-Hadi" userId="7dc5ed719b2f96f1" providerId="LiveId" clId="{DFFEC349-448E-4066-8B3E-11C2C439887C}" dt="2026-05-06T12:10:30.557" v="427" actId="478"/>
          <ac:spMkLst>
            <pc:docMk/>
            <pc:sldMk cId="755229149" sldId="473"/>
            <ac:spMk id="11" creationId="{974C8A7C-E9AE-65F9-1C06-2A98B22A2528}"/>
          </ac:spMkLst>
        </pc:spChg>
        <pc:spChg chg="del">
          <ac:chgData name="Jamila Abdul-Hadi" userId="7dc5ed719b2f96f1" providerId="LiveId" clId="{DFFEC349-448E-4066-8B3E-11C2C439887C}" dt="2026-05-06T12:10:24.907" v="426" actId="478"/>
          <ac:spMkLst>
            <pc:docMk/>
            <pc:sldMk cId="755229149" sldId="473"/>
            <ac:spMk id="12" creationId="{A99FA287-61BC-D7A3-EFC0-52C8A57EACDC}"/>
          </ac:spMkLst>
        </pc:spChg>
        <pc:spChg chg="del">
          <ac:chgData name="Jamila Abdul-Hadi" userId="7dc5ed719b2f96f1" providerId="LiveId" clId="{DFFEC349-448E-4066-8B3E-11C2C439887C}" dt="2026-05-06T12:19:13.515" v="461" actId="478"/>
          <ac:spMkLst>
            <pc:docMk/>
            <pc:sldMk cId="755229149" sldId="473"/>
            <ac:spMk id="13" creationId="{70E2A566-62EE-E054-6CDB-D2AC1926B03C}"/>
          </ac:spMkLst>
        </pc:spChg>
        <pc:spChg chg="del">
          <ac:chgData name="Jamila Abdul-Hadi" userId="7dc5ed719b2f96f1" providerId="LiveId" clId="{DFFEC349-448E-4066-8B3E-11C2C439887C}" dt="2026-05-06T12:19:07.818" v="460" actId="478"/>
          <ac:spMkLst>
            <pc:docMk/>
            <pc:sldMk cId="755229149" sldId="473"/>
            <ac:spMk id="14" creationId="{C7A4BA9C-E051-C9F4-6B3F-AA3395B18FA2}"/>
          </ac:spMkLst>
        </pc:spChg>
        <pc:spChg chg="del">
          <ac:chgData name="Jamila Abdul-Hadi" userId="7dc5ed719b2f96f1" providerId="LiveId" clId="{DFFEC349-448E-4066-8B3E-11C2C439887C}" dt="2026-05-06T12:16:51.397" v="450" actId="478"/>
          <ac:spMkLst>
            <pc:docMk/>
            <pc:sldMk cId="755229149" sldId="473"/>
            <ac:spMk id="15" creationId="{4D88A44C-CC67-9FE0-9AD8-5F461844C0A6}"/>
          </ac:spMkLst>
        </pc:spChg>
        <pc:spChg chg="del">
          <ac:chgData name="Jamila Abdul-Hadi" userId="7dc5ed719b2f96f1" providerId="LiveId" clId="{DFFEC349-448E-4066-8B3E-11C2C439887C}" dt="2026-05-06T12:16:57.777" v="451" actId="478"/>
          <ac:spMkLst>
            <pc:docMk/>
            <pc:sldMk cId="755229149" sldId="473"/>
            <ac:spMk id="16" creationId="{FBF6303E-1F65-015B-9E1C-3A6DE8957621}"/>
          </ac:spMkLst>
        </pc:spChg>
        <pc:spChg chg="del">
          <ac:chgData name="Jamila Abdul-Hadi" userId="7dc5ed719b2f96f1" providerId="LiveId" clId="{DFFEC349-448E-4066-8B3E-11C2C439887C}" dt="2026-05-06T12:19:57.613" v="466" actId="478"/>
          <ac:spMkLst>
            <pc:docMk/>
            <pc:sldMk cId="755229149" sldId="473"/>
            <ac:spMk id="17" creationId="{BDA6B7FB-781B-4DB8-FBA6-1838778FC228}"/>
          </ac:spMkLst>
        </pc:spChg>
        <pc:spChg chg="del">
          <ac:chgData name="Jamila Abdul-Hadi" userId="7dc5ed719b2f96f1" providerId="LiveId" clId="{DFFEC349-448E-4066-8B3E-11C2C439887C}" dt="2026-05-06T11:51:00.137" v="346" actId="478"/>
          <ac:spMkLst>
            <pc:docMk/>
            <pc:sldMk cId="755229149" sldId="473"/>
            <ac:spMk id="19" creationId="{99B338B0-40CE-BFC4-D5EA-D7FC252452BD}"/>
          </ac:spMkLst>
        </pc:spChg>
        <pc:spChg chg="add del mod">
          <ac:chgData name="Jamila Abdul-Hadi" userId="7dc5ed719b2f96f1" providerId="LiveId" clId="{DFFEC349-448E-4066-8B3E-11C2C439887C}" dt="2026-05-06T12:03:46.250" v="383" actId="478"/>
          <ac:spMkLst>
            <pc:docMk/>
            <pc:sldMk cId="755229149" sldId="473"/>
            <ac:spMk id="19" creationId="{E8C8AB66-DFEA-FC73-C654-A2050EA83039}"/>
          </ac:spMkLst>
        </pc:spChg>
        <pc:spChg chg="del">
          <ac:chgData name="Jamila Abdul-Hadi" userId="7dc5ed719b2f96f1" providerId="LiveId" clId="{DFFEC349-448E-4066-8B3E-11C2C439887C}" dt="2026-05-06T11:51:05.268" v="347" actId="478"/>
          <ac:spMkLst>
            <pc:docMk/>
            <pc:sldMk cId="755229149" sldId="473"/>
            <ac:spMk id="20" creationId="{0F2BEBC9-5756-386C-C900-A0E8BBFE737F}"/>
          </ac:spMkLst>
        </pc:spChg>
        <pc:spChg chg="add mod">
          <ac:chgData name="Jamila Abdul-Hadi" userId="7dc5ed719b2f96f1" providerId="LiveId" clId="{DFFEC349-448E-4066-8B3E-11C2C439887C}" dt="2026-05-06T12:27:07.846" v="494" actId="13822"/>
          <ac:spMkLst>
            <pc:docMk/>
            <pc:sldMk cId="755229149" sldId="473"/>
            <ac:spMk id="20" creationId="{9905FF9F-1A64-CE35-1480-28768868D495}"/>
          </ac:spMkLst>
        </pc:spChg>
        <pc:spChg chg="mod">
          <ac:chgData name="Jamila Abdul-Hadi" userId="7dc5ed719b2f96f1" providerId="LiveId" clId="{DFFEC349-448E-4066-8B3E-11C2C439887C}" dt="2026-05-06T11:50:56.745" v="345" actId="20577"/>
          <ac:spMkLst>
            <pc:docMk/>
            <pc:sldMk cId="755229149" sldId="473"/>
            <ac:spMk id="21" creationId="{5F44683E-80AD-57C5-E9E1-5B1C23509C15}"/>
          </ac:spMkLst>
        </pc:spChg>
        <pc:spChg chg="mod">
          <ac:chgData name="Jamila Abdul-Hadi" userId="7dc5ed719b2f96f1" providerId="LiveId" clId="{DFFEC349-448E-4066-8B3E-11C2C439887C}" dt="2026-05-06T15:05:47.137" v="1892" actId="207"/>
          <ac:spMkLst>
            <pc:docMk/>
            <pc:sldMk cId="755229149" sldId="473"/>
            <ac:spMk id="34" creationId="{E1F1E202-9382-D2BD-BCBE-F4B0CC812590}"/>
          </ac:spMkLst>
        </pc:spChg>
        <pc:spChg chg="add mod">
          <ac:chgData name="Jamila Abdul-Hadi" userId="7dc5ed719b2f96f1" providerId="LiveId" clId="{DFFEC349-448E-4066-8B3E-11C2C439887C}" dt="2026-05-06T12:16:35.439" v="448" actId="13822"/>
          <ac:spMkLst>
            <pc:docMk/>
            <pc:sldMk cId="755229149" sldId="473"/>
            <ac:spMk id="37" creationId="{948ABB7F-881F-5861-635C-DA9F442FDCE6}"/>
          </ac:spMkLst>
        </pc:spChg>
        <pc:spChg chg="add mod">
          <ac:chgData name="Jamila Abdul-Hadi" userId="7dc5ed719b2f96f1" providerId="LiveId" clId="{DFFEC349-448E-4066-8B3E-11C2C439887C}" dt="2026-05-06T11:48:23.860" v="344" actId="1076"/>
          <ac:spMkLst>
            <pc:docMk/>
            <pc:sldMk cId="755229149" sldId="473"/>
            <ac:spMk id="37" creationId="{AAC54A63-AED9-11A1-FC00-580933FE9F5A}"/>
          </ac:spMkLst>
        </pc:spChg>
        <pc:spChg chg="add mod">
          <ac:chgData name="Jamila Abdul-Hadi" userId="7dc5ed719b2f96f1" providerId="LiveId" clId="{DFFEC349-448E-4066-8B3E-11C2C439887C}" dt="2026-05-06T11:47:57.463" v="342"/>
          <ac:spMkLst>
            <pc:docMk/>
            <pc:sldMk cId="755229149" sldId="473"/>
            <ac:spMk id="38" creationId="{1223E833-312A-1B45-1444-24FC318EB857}"/>
          </ac:spMkLst>
        </pc:spChg>
        <pc:spChg chg="add mod">
          <ac:chgData name="Jamila Abdul-Hadi" userId="7dc5ed719b2f96f1" providerId="LiveId" clId="{DFFEC349-448E-4066-8B3E-11C2C439887C}" dt="2026-05-06T12:28:12.287" v="498" actId="20577"/>
          <ac:spMkLst>
            <pc:docMk/>
            <pc:sldMk cId="755229149" sldId="473"/>
            <ac:spMk id="38" creationId="{C1E8FB57-468D-3A35-B5F2-95C999B627A5}"/>
          </ac:spMkLst>
        </pc:spChg>
        <pc:spChg chg="add mod">
          <ac:chgData name="Jamila Abdul-Hadi" userId="7dc5ed719b2f96f1" providerId="LiveId" clId="{DFFEC349-448E-4066-8B3E-11C2C439887C}" dt="2026-05-06T12:01:59.334" v="368" actId="14100"/>
          <ac:spMkLst>
            <pc:docMk/>
            <pc:sldMk cId="755229149" sldId="473"/>
            <ac:spMk id="39" creationId="{2EF0A0AD-2C01-C98D-99A6-02055C91B817}"/>
          </ac:spMkLst>
        </pc:spChg>
        <pc:spChg chg="add mod">
          <ac:chgData name="Jamila Abdul-Hadi" userId="7dc5ed719b2f96f1" providerId="LiveId" clId="{DFFEC349-448E-4066-8B3E-11C2C439887C}" dt="2026-05-06T12:01:38.858" v="366" actId="255"/>
          <ac:spMkLst>
            <pc:docMk/>
            <pc:sldMk cId="755229149" sldId="473"/>
            <ac:spMk id="40" creationId="{C4F65F26-DAE4-F919-877D-42B0BAB17548}"/>
          </ac:spMkLst>
        </pc:spChg>
        <pc:spChg chg="add mod">
          <ac:chgData name="Jamila Abdul-Hadi" userId="7dc5ed719b2f96f1" providerId="LiveId" clId="{DFFEC349-448E-4066-8B3E-11C2C439887C}" dt="2026-05-06T12:13:46.743" v="438" actId="13822"/>
          <ac:spMkLst>
            <pc:docMk/>
            <pc:sldMk cId="755229149" sldId="473"/>
            <ac:spMk id="41" creationId="{E5C53F16-EC51-9DA3-3746-43CAE87B7C0C}"/>
          </ac:spMkLst>
        </pc:spChg>
        <pc:spChg chg="add mod">
          <ac:chgData name="Jamila Abdul-Hadi" userId="7dc5ed719b2f96f1" providerId="LiveId" clId="{DFFEC349-448E-4066-8B3E-11C2C439887C}" dt="2026-05-06T12:25:38.918" v="491" actId="13822"/>
          <ac:spMkLst>
            <pc:docMk/>
            <pc:sldMk cId="755229149" sldId="473"/>
            <ac:spMk id="42" creationId="{358A0EDB-A84C-482B-97DA-23E7AD60B987}"/>
          </ac:spMkLst>
        </pc:spChg>
        <pc:spChg chg="add mod">
          <ac:chgData name="Jamila Abdul-Hadi" userId="7dc5ed719b2f96f1" providerId="LiveId" clId="{DFFEC349-448E-4066-8B3E-11C2C439887C}" dt="2026-05-06T12:08:14.611" v="404" actId="13822"/>
          <ac:spMkLst>
            <pc:docMk/>
            <pc:sldMk cId="755229149" sldId="473"/>
            <ac:spMk id="43" creationId="{07858076-B4CD-7810-14B8-0DB02C823BB1}"/>
          </ac:spMkLst>
        </pc:spChg>
        <pc:spChg chg="add mod">
          <ac:chgData name="Jamila Abdul-Hadi" userId="7dc5ed719b2f96f1" providerId="LiveId" clId="{DFFEC349-448E-4066-8B3E-11C2C439887C}" dt="2026-05-06T12:25:17.761" v="489" actId="13822"/>
          <ac:spMkLst>
            <pc:docMk/>
            <pc:sldMk cId="755229149" sldId="473"/>
            <ac:spMk id="44" creationId="{66C9B420-78D5-E296-FA4A-0188E79295BA}"/>
          </ac:spMkLst>
        </pc:spChg>
        <pc:spChg chg="add del mod">
          <ac:chgData name="Jamila Abdul-Hadi" userId="7dc5ed719b2f96f1" providerId="LiveId" clId="{DFFEC349-448E-4066-8B3E-11C2C439887C}" dt="2026-05-06T12:08:24.511" v="405" actId="478"/>
          <ac:spMkLst>
            <pc:docMk/>
            <pc:sldMk cId="755229149" sldId="473"/>
            <ac:spMk id="45" creationId="{BA1159F1-0BCF-F09A-F294-5E5400B187A2}"/>
          </ac:spMkLst>
        </pc:spChg>
        <pc:spChg chg="add del mod">
          <ac:chgData name="Jamila Abdul-Hadi" userId="7dc5ed719b2f96f1" providerId="LiveId" clId="{DFFEC349-448E-4066-8B3E-11C2C439887C}" dt="2026-05-06T12:10:12.261" v="425" actId="20577"/>
          <ac:spMkLst>
            <pc:docMk/>
            <pc:sldMk cId="755229149" sldId="473"/>
            <ac:spMk id="46" creationId="{46F47A08-1542-272A-2692-245C1123D5C2}"/>
          </ac:spMkLst>
        </pc:spChg>
        <pc:spChg chg="add del mod">
          <ac:chgData name="Jamila Abdul-Hadi" userId="7dc5ed719b2f96f1" providerId="LiveId" clId="{DFFEC349-448E-4066-8B3E-11C2C439887C}" dt="2026-05-06T12:13:56.950" v="439" actId="13822"/>
          <ac:spMkLst>
            <pc:docMk/>
            <pc:sldMk cId="755229149" sldId="473"/>
            <ac:spMk id="47" creationId="{1902DED7-65CB-D214-4FE5-D9D76BCC6AAB}"/>
          </ac:spMkLst>
        </pc:spChg>
        <pc:spChg chg="add mod">
          <ac:chgData name="Jamila Abdul-Hadi" userId="7dc5ed719b2f96f1" providerId="LiveId" clId="{DFFEC349-448E-4066-8B3E-11C2C439887C}" dt="2026-05-06T12:16:42.658" v="449" actId="13822"/>
          <ac:spMkLst>
            <pc:docMk/>
            <pc:sldMk cId="755229149" sldId="473"/>
            <ac:spMk id="48" creationId="{EDEFC402-0662-18FD-8F2D-59043681A3A3}"/>
          </ac:spMkLst>
        </pc:spChg>
        <pc:spChg chg="add mod">
          <ac:chgData name="Jamila Abdul-Hadi" userId="7dc5ed719b2f96f1" providerId="LiveId" clId="{DFFEC349-448E-4066-8B3E-11C2C439887C}" dt="2026-05-06T12:25:23.666" v="490" actId="13822"/>
          <ac:spMkLst>
            <pc:docMk/>
            <pc:sldMk cId="755229149" sldId="473"/>
            <ac:spMk id="49" creationId="{3DFAE369-0A58-D0A9-0478-EDD00D22F266}"/>
          </ac:spMkLst>
        </pc:spChg>
        <pc:spChg chg="add del mod">
          <ac:chgData name="Jamila Abdul-Hadi" userId="7dc5ed719b2f96f1" providerId="LiveId" clId="{DFFEC349-448E-4066-8B3E-11C2C439887C}" dt="2026-05-06T12:25:49.304" v="492" actId="13822"/>
          <ac:spMkLst>
            <pc:docMk/>
            <pc:sldMk cId="755229149" sldId="473"/>
            <ac:spMk id="50" creationId="{EA423F65-F4FE-EA2F-1D69-2197524F412E}"/>
          </ac:spMkLst>
        </pc:spChg>
        <pc:spChg chg="add mod">
          <ac:chgData name="Jamila Abdul-Hadi" userId="7dc5ed719b2f96f1" providerId="LiveId" clId="{DFFEC349-448E-4066-8B3E-11C2C439887C}" dt="2026-05-06T12:27:15.569" v="495" actId="13822"/>
          <ac:spMkLst>
            <pc:docMk/>
            <pc:sldMk cId="755229149" sldId="473"/>
            <ac:spMk id="51" creationId="{F9966C7C-E9DB-AB01-BEC8-9CA08A9CA513}"/>
          </ac:spMkLst>
        </pc:spChg>
        <pc:spChg chg="add mod">
          <ac:chgData name="Jamila Abdul-Hadi" userId="7dc5ed719b2f96f1" providerId="LiveId" clId="{DFFEC349-448E-4066-8B3E-11C2C439887C}" dt="2026-05-06T12:28:02.411" v="497" actId="17032"/>
          <ac:spMkLst>
            <pc:docMk/>
            <pc:sldMk cId="755229149" sldId="473"/>
            <ac:spMk id="52" creationId="{D179CE79-A1E1-9DFB-C1FF-6AE3423A824E}"/>
          </ac:spMkLst>
        </pc:spChg>
        <pc:spChg chg="add del mod">
          <ac:chgData name="Jamila Abdul-Hadi" userId="7dc5ed719b2f96f1" providerId="LiveId" clId="{DFFEC349-448E-4066-8B3E-11C2C439887C}" dt="2026-05-06T12:32:37.378" v="505" actId="478"/>
          <ac:spMkLst>
            <pc:docMk/>
            <pc:sldMk cId="755229149" sldId="473"/>
            <ac:spMk id="53" creationId="{373191A9-7258-21E5-0D7C-502B591B1FD8}"/>
          </ac:spMkLst>
        </pc:spChg>
        <pc:picChg chg="mod">
          <ac:chgData name="Jamila Abdul-Hadi" userId="7dc5ed719b2f96f1" providerId="LiveId" clId="{DFFEC349-448E-4066-8B3E-11C2C439887C}" dt="2026-05-06T12:04:18.737" v="389" actId="1076"/>
          <ac:picMkLst>
            <pc:docMk/>
            <pc:sldMk cId="755229149" sldId="473"/>
            <ac:picMk id="6" creationId="{1C0D7E89-6A8C-6264-EE79-6B05C2917C85}"/>
          </ac:picMkLst>
        </pc:picChg>
        <pc:picChg chg="add mod">
          <ac:chgData name="Jamila Abdul-Hadi" userId="7dc5ed719b2f96f1" providerId="LiveId" clId="{DFFEC349-448E-4066-8B3E-11C2C439887C}" dt="2026-05-06T12:32:15.803" v="504" actId="1076"/>
          <ac:picMkLst>
            <pc:docMk/>
            <pc:sldMk cId="755229149" sldId="473"/>
            <ac:picMk id="55" creationId="{8A5DAD0F-DDC6-E499-99C4-7449A430226E}"/>
          </ac:picMkLst>
        </pc:picChg>
        <pc:picChg chg="add mod">
          <ac:chgData name="Jamila Abdul-Hadi" userId="7dc5ed719b2f96f1" providerId="LiveId" clId="{DFFEC349-448E-4066-8B3E-11C2C439887C}" dt="2026-05-06T12:34:14.828" v="510" actId="14100"/>
          <ac:picMkLst>
            <pc:docMk/>
            <pc:sldMk cId="755229149" sldId="473"/>
            <ac:picMk id="57" creationId="{98DC8784-DF5C-7137-DE20-1996909C8F93}"/>
          </ac:picMkLst>
        </pc:picChg>
      </pc:sldChg>
      <pc:sldChg chg="addSp modSp add mod modAnim">
        <pc:chgData name="Jamila Abdul-Hadi" userId="7dc5ed719b2f96f1" providerId="LiveId" clId="{DFFEC349-448E-4066-8B3E-11C2C439887C}" dt="2026-05-06T15:18:55.287" v="1920" actId="255"/>
        <pc:sldMkLst>
          <pc:docMk/>
          <pc:sldMk cId="2273941466" sldId="474"/>
        </pc:sldMkLst>
        <pc:spChg chg="mod">
          <ac:chgData name="Jamila Abdul-Hadi" userId="7dc5ed719b2f96f1" providerId="LiveId" clId="{DFFEC349-448E-4066-8B3E-11C2C439887C}" dt="2026-05-06T15:07:58.378" v="1895" actId="1076"/>
          <ac:spMkLst>
            <pc:docMk/>
            <pc:sldMk cId="2273941466" sldId="474"/>
            <ac:spMk id="3" creationId="{2B86FC64-A765-5BE2-A8C1-902A9576CA68}"/>
          </ac:spMkLst>
        </pc:spChg>
        <pc:spChg chg="mod">
          <ac:chgData name="Jamila Abdul-Hadi" userId="7dc5ed719b2f96f1" providerId="LiveId" clId="{DFFEC349-448E-4066-8B3E-11C2C439887C}" dt="2026-05-06T15:03:04.198" v="1838" actId="21"/>
          <ac:spMkLst>
            <pc:docMk/>
            <pc:sldMk cId="2273941466" sldId="474"/>
            <ac:spMk id="8" creationId="{D5AE43C3-72DF-A1BA-D3D4-BAD542984F29}"/>
          </ac:spMkLst>
        </pc:spChg>
        <pc:spChg chg="add mod">
          <ac:chgData name="Jamila Abdul-Hadi" userId="7dc5ed719b2f96f1" providerId="LiveId" clId="{DFFEC349-448E-4066-8B3E-11C2C439887C}" dt="2026-05-06T15:07:31.136" v="1894" actId="207"/>
          <ac:spMkLst>
            <pc:docMk/>
            <pc:sldMk cId="2273941466" sldId="474"/>
            <ac:spMk id="11" creationId="{FF717EC7-9FC0-3621-FC8D-D3242813E2A7}"/>
          </ac:spMkLst>
        </pc:spChg>
        <pc:spChg chg="add mod">
          <ac:chgData name="Jamila Abdul-Hadi" userId="7dc5ed719b2f96f1" providerId="LiveId" clId="{DFFEC349-448E-4066-8B3E-11C2C439887C}" dt="2026-05-06T15:18:55.287" v="1920" actId="255"/>
          <ac:spMkLst>
            <pc:docMk/>
            <pc:sldMk cId="2273941466" sldId="474"/>
            <ac:spMk id="12" creationId="{17192A11-DF02-FABE-0C25-72603DD7C821}"/>
          </ac:spMkLst>
        </pc:spChg>
        <pc:spChg chg="add mod">
          <ac:chgData name="Jamila Abdul-Hadi" userId="7dc5ed719b2f96f1" providerId="LiveId" clId="{DFFEC349-448E-4066-8B3E-11C2C439887C}" dt="2026-05-06T15:18:08.564" v="1917" actId="14100"/>
          <ac:spMkLst>
            <pc:docMk/>
            <pc:sldMk cId="2273941466" sldId="474"/>
            <ac:spMk id="13" creationId="{BDEE4ABF-349E-35F6-A897-AB3FEBD5BD57}"/>
          </ac:spMkLst>
        </pc:spChg>
        <pc:picChg chg="mod">
          <ac:chgData name="Jamila Abdul-Hadi" userId="7dc5ed719b2f96f1" providerId="LiveId" clId="{DFFEC349-448E-4066-8B3E-11C2C439887C}" dt="2026-05-06T15:09:51.705" v="1899" actId="1076"/>
          <ac:picMkLst>
            <pc:docMk/>
            <pc:sldMk cId="2273941466" sldId="474"/>
            <ac:picMk id="6" creationId="{8A1C381A-7A06-0BAF-3786-A52072C34F16}"/>
          </ac:picMkLst>
        </pc:picChg>
        <pc:picChg chg="mod">
          <ac:chgData name="Jamila Abdul-Hadi" userId="7dc5ed719b2f96f1" providerId="LiveId" clId="{DFFEC349-448E-4066-8B3E-11C2C439887C}" dt="2026-05-06T15:10:30.764" v="1905" actId="1076"/>
          <ac:picMkLst>
            <pc:docMk/>
            <pc:sldMk cId="2273941466" sldId="474"/>
            <ac:picMk id="10" creationId="{0FC919CC-E524-8572-A8E4-D1BBF1C7543B}"/>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A776C5-3F17-402A-9349-677054CD654B}" type="doc">
      <dgm:prSet loTypeId="urn:microsoft.com/office/officeart/2005/8/layout/default" loCatId="list" qsTypeId="urn:microsoft.com/office/officeart/2005/8/quickstyle/simple1" qsCatId="simple" csTypeId="urn:microsoft.com/office/officeart/2005/8/colors/accent1_2" csCatId="accent1" phldr="0"/>
      <dgm:spPr/>
      <dgm:t>
        <a:bodyPr/>
        <a:lstStyle/>
        <a:p>
          <a:endParaRPr lang="en-US"/>
        </a:p>
      </dgm:t>
    </dgm:pt>
    <dgm:pt modelId="{4313F39F-45B0-4B22-9559-BAA28590B533}">
      <dgm:prSet phldrT="[Text]" phldr="1"/>
      <dgm:spPr/>
      <dgm:t>
        <a:bodyPr/>
        <a:lstStyle/>
        <a:p>
          <a:endParaRPr lang="en-US"/>
        </a:p>
      </dgm:t>
    </dgm:pt>
    <dgm:pt modelId="{F49D7A2A-2007-4C4B-BFCD-B2DD162235D1}" type="parTrans" cxnId="{62D9EB9D-6023-4B60-9122-0D0CD02D955C}">
      <dgm:prSet/>
      <dgm:spPr/>
      <dgm:t>
        <a:bodyPr/>
        <a:lstStyle/>
        <a:p>
          <a:endParaRPr lang="en-US"/>
        </a:p>
      </dgm:t>
    </dgm:pt>
    <dgm:pt modelId="{5E101B23-4399-4619-AF79-CB0133DC55E7}" type="sibTrans" cxnId="{62D9EB9D-6023-4B60-9122-0D0CD02D955C}">
      <dgm:prSet/>
      <dgm:spPr/>
      <dgm:t>
        <a:bodyPr/>
        <a:lstStyle/>
        <a:p>
          <a:endParaRPr lang="en-US"/>
        </a:p>
      </dgm:t>
    </dgm:pt>
    <dgm:pt modelId="{723A6523-0105-4D39-8AE6-64157356A3C3}">
      <dgm:prSet phldrT="[Text]" phldr="1"/>
      <dgm:spPr/>
      <dgm:t>
        <a:bodyPr/>
        <a:lstStyle/>
        <a:p>
          <a:endParaRPr lang="en-US"/>
        </a:p>
      </dgm:t>
    </dgm:pt>
    <dgm:pt modelId="{32E65009-BBB6-425D-9323-53A11555CD9F}" type="parTrans" cxnId="{69D2D3FA-DC02-43F4-9A59-4EEE44469C8E}">
      <dgm:prSet/>
      <dgm:spPr/>
      <dgm:t>
        <a:bodyPr/>
        <a:lstStyle/>
        <a:p>
          <a:endParaRPr lang="en-US"/>
        </a:p>
      </dgm:t>
    </dgm:pt>
    <dgm:pt modelId="{ACFA39B5-7418-4247-9E01-F45BEE533FF8}" type="sibTrans" cxnId="{69D2D3FA-DC02-43F4-9A59-4EEE44469C8E}">
      <dgm:prSet/>
      <dgm:spPr/>
      <dgm:t>
        <a:bodyPr/>
        <a:lstStyle/>
        <a:p>
          <a:endParaRPr lang="en-US"/>
        </a:p>
      </dgm:t>
    </dgm:pt>
    <dgm:pt modelId="{E8FD99A1-6042-4F7D-8421-CFBF5E53217E}">
      <dgm:prSet phldrT="[Text]" phldr="1"/>
      <dgm:spPr/>
      <dgm:t>
        <a:bodyPr/>
        <a:lstStyle/>
        <a:p>
          <a:endParaRPr lang="en-US"/>
        </a:p>
      </dgm:t>
    </dgm:pt>
    <dgm:pt modelId="{89F9F57F-463F-41C5-8911-53944B19588B}" type="parTrans" cxnId="{CD27A499-F91B-4F46-AA3E-0064EC41ED57}">
      <dgm:prSet/>
      <dgm:spPr/>
      <dgm:t>
        <a:bodyPr/>
        <a:lstStyle/>
        <a:p>
          <a:endParaRPr lang="en-US"/>
        </a:p>
      </dgm:t>
    </dgm:pt>
    <dgm:pt modelId="{489EE91D-37B5-4C1A-B284-74D3D1104A6F}" type="sibTrans" cxnId="{CD27A499-F91B-4F46-AA3E-0064EC41ED57}">
      <dgm:prSet/>
      <dgm:spPr/>
      <dgm:t>
        <a:bodyPr/>
        <a:lstStyle/>
        <a:p>
          <a:endParaRPr lang="en-US"/>
        </a:p>
      </dgm:t>
    </dgm:pt>
    <dgm:pt modelId="{A1F46508-9415-4A47-9B4E-825EBC6601A5}">
      <dgm:prSet phldrT="[Text]" phldr="1"/>
      <dgm:spPr/>
      <dgm:t>
        <a:bodyPr/>
        <a:lstStyle/>
        <a:p>
          <a:endParaRPr lang="en-US"/>
        </a:p>
      </dgm:t>
    </dgm:pt>
    <dgm:pt modelId="{77A2E883-13D0-4E94-A9C9-9FFB394645A7}" type="parTrans" cxnId="{1DD48EF2-0D6A-4C52-B079-7705327C845A}">
      <dgm:prSet/>
      <dgm:spPr/>
      <dgm:t>
        <a:bodyPr/>
        <a:lstStyle/>
        <a:p>
          <a:endParaRPr lang="en-US"/>
        </a:p>
      </dgm:t>
    </dgm:pt>
    <dgm:pt modelId="{DFE9EC51-04B3-4437-B925-5AF10C3F0F18}" type="sibTrans" cxnId="{1DD48EF2-0D6A-4C52-B079-7705327C845A}">
      <dgm:prSet/>
      <dgm:spPr/>
      <dgm:t>
        <a:bodyPr/>
        <a:lstStyle/>
        <a:p>
          <a:endParaRPr lang="en-US"/>
        </a:p>
      </dgm:t>
    </dgm:pt>
    <dgm:pt modelId="{4AA03105-6C44-4EE5-AE55-21E69765D983}">
      <dgm:prSet phldrT="[Text]" phldr="1"/>
      <dgm:spPr/>
      <dgm:t>
        <a:bodyPr/>
        <a:lstStyle/>
        <a:p>
          <a:endParaRPr lang="en-US"/>
        </a:p>
      </dgm:t>
    </dgm:pt>
    <dgm:pt modelId="{47781AA9-27FC-4C7E-95F6-D2EDB7CC2E60}" type="parTrans" cxnId="{DCD8C7DF-F93D-4C2E-8064-24CA144A604A}">
      <dgm:prSet/>
      <dgm:spPr/>
      <dgm:t>
        <a:bodyPr/>
        <a:lstStyle/>
        <a:p>
          <a:endParaRPr lang="en-US"/>
        </a:p>
      </dgm:t>
    </dgm:pt>
    <dgm:pt modelId="{F422D7A8-7CB1-4417-9BD3-62825E8EB121}" type="sibTrans" cxnId="{DCD8C7DF-F93D-4C2E-8064-24CA144A604A}">
      <dgm:prSet/>
      <dgm:spPr/>
      <dgm:t>
        <a:bodyPr/>
        <a:lstStyle/>
        <a:p>
          <a:endParaRPr lang="en-US"/>
        </a:p>
      </dgm:t>
    </dgm:pt>
    <dgm:pt modelId="{4C673436-FF74-43E7-A3FB-B3DEB7AC59F9}" type="pres">
      <dgm:prSet presAssocID="{C0A776C5-3F17-402A-9349-677054CD654B}" presName="diagram" presStyleCnt="0">
        <dgm:presLayoutVars>
          <dgm:dir/>
          <dgm:resizeHandles val="exact"/>
        </dgm:presLayoutVars>
      </dgm:prSet>
      <dgm:spPr/>
    </dgm:pt>
    <dgm:pt modelId="{3382A0DA-C578-4293-9C5F-35C053C266C5}" type="pres">
      <dgm:prSet presAssocID="{4313F39F-45B0-4B22-9559-BAA28590B533}" presName="node" presStyleLbl="node1" presStyleIdx="0" presStyleCnt="5">
        <dgm:presLayoutVars>
          <dgm:bulletEnabled val="1"/>
        </dgm:presLayoutVars>
      </dgm:prSet>
      <dgm:spPr/>
    </dgm:pt>
    <dgm:pt modelId="{3601BF6A-E333-4581-85EA-37E20914441F}" type="pres">
      <dgm:prSet presAssocID="{5E101B23-4399-4619-AF79-CB0133DC55E7}" presName="sibTrans" presStyleCnt="0"/>
      <dgm:spPr/>
    </dgm:pt>
    <dgm:pt modelId="{B560C156-724B-4635-9814-8A4418E7E65C}" type="pres">
      <dgm:prSet presAssocID="{723A6523-0105-4D39-8AE6-64157356A3C3}" presName="node" presStyleLbl="node1" presStyleIdx="1" presStyleCnt="5">
        <dgm:presLayoutVars>
          <dgm:bulletEnabled val="1"/>
        </dgm:presLayoutVars>
      </dgm:prSet>
      <dgm:spPr/>
    </dgm:pt>
    <dgm:pt modelId="{ECBA9A1A-4E16-448C-AB13-A1973F61ADFC}" type="pres">
      <dgm:prSet presAssocID="{ACFA39B5-7418-4247-9E01-F45BEE533FF8}" presName="sibTrans" presStyleCnt="0"/>
      <dgm:spPr/>
    </dgm:pt>
    <dgm:pt modelId="{6E0DDFF0-C4A6-46A9-B533-8AC76D388C75}" type="pres">
      <dgm:prSet presAssocID="{E8FD99A1-6042-4F7D-8421-CFBF5E53217E}" presName="node" presStyleLbl="node1" presStyleIdx="2" presStyleCnt="5">
        <dgm:presLayoutVars>
          <dgm:bulletEnabled val="1"/>
        </dgm:presLayoutVars>
      </dgm:prSet>
      <dgm:spPr/>
    </dgm:pt>
    <dgm:pt modelId="{55452B80-4C96-44D1-9DF4-257B85066436}" type="pres">
      <dgm:prSet presAssocID="{489EE91D-37B5-4C1A-B284-74D3D1104A6F}" presName="sibTrans" presStyleCnt="0"/>
      <dgm:spPr/>
    </dgm:pt>
    <dgm:pt modelId="{88A29DE0-F75B-4195-BB82-6E0DAD78C398}" type="pres">
      <dgm:prSet presAssocID="{A1F46508-9415-4A47-9B4E-825EBC6601A5}" presName="node" presStyleLbl="node1" presStyleIdx="3" presStyleCnt="5">
        <dgm:presLayoutVars>
          <dgm:bulletEnabled val="1"/>
        </dgm:presLayoutVars>
      </dgm:prSet>
      <dgm:spPr/>
    </dgm:pt>
    <dgm:pt modelId="{82392DAC-D286-4925-BCDA-ADFD573B5A27}" type="pres">
      <dgm:prSet presAssocID="{DFE9EC51-04B3-4437-B925-5AF10C3F0F18}" presName="sibTrans" presStyleCnt="0"/>
      <dgm:spPr/>
    </dgm:pt>
    <dgm:pt modelId="{CF5F5C81-A21C-473D-B561-98320C0132FE}" type="pres">
      <dgm:prSet presAssocID="{4AA03105-6C44-4EE5-AE55-21E69765D983}" presName="node" presStyleLbl="node1" presStyleIdx="4" presStyleCnt="5">
        <dgm:presLayoutVars>
          <dgm:bulletEnabled val="1"/>
        </dgm:presLayoutVars>
      </dgm:prSet>
      <dgm:spPr/>
    </dgm:pt>
  </dgm:ptLst>
  <dgm:cxnLst>
    <dgm:cxn modelId="{9E291561-75E9-483F-987C-97CFAD5FF46D}" type="presOf" srcId="{C0A776C5-3F17-402A-9349-677054CD654B}" destId="{4C673436-FF74-43E7-A3FB-B3DEB7AC59F9}" srcOrd="0" destOrd="0" presId="urn:microsoft.com/office/officeart/2005/8/layout/default"/>
    <dgm:cxn modelId="{DD6E7F63-4525-43EA-8B2D-47D34467BF60}" type="presOf" srcId="{723A6523-0105-4D39-8AE6-64157356A3C3}" destId="{B560C156-724B-4635-9814-8A4418E7E65C}" srcOrd="0" destOrd="0" presId="urn:microsoft.com/office/officeart/2005/8/layout/default"/>
    <dgm:cxn modelId="{38D5004B-AA2B-4DEE-AB61-A9E00C72BDB1}" type="presOf" srcId="{4313F39F-45B0-4B22-9559-BAA28590B533}" destId="{3382A0DA-C578-4293-9C5F-35C053C266C5}" srcOrd="0" destOrd="0" presId="urn:microsoft.com/office/officeart/2005/8/layout/default"/>
    <dgm:cxn modelId="{FD858073-B3F9-4F44-BFA3-EC244AE6F430}" type="presOf" srcId="{4AA03105-6C44-4EE5-AE55-21E69765D983}" destId="{CF5F5C81-A21C-473D-B561-98320C0132FE}" srcOrd="0" destOrd="0" presId="urn:microsoft.com/office/officeart/2005/8/layout/default"/>
    <dgm:cxn modelId="{76D5797F-4515-4852-9F8D-5C6674FA08EC}" type="presOf" srcId="{E8FD99A1-6042-4F7D-8421-CFBF5E53217E}" destId="{6E0DDFF0-C4A6-46A9-B533-8AC76D388C75}" srcOrd="0" destOrd="0" presId="urn:microsoft.com/office/officeart/2005/8/layout/default"/>
    <dgm:cxn modelId="{C3C77995-C169-4B45-9517-B7F6FBC1644D}" type="presOf" srcId="{A1F46508-9415-4A47-9B4E-825EBC6601A5}" destId="{88A29DE0-F75B-4195-BB82-6E0DAD78C398}" srcOrd="0" destOrd="0" presId="urn:microsoft.com/office/officeart/2005/8/layout/default"/>
    <dgm:cxn modelId="{CD27A499-F91B-4F46-AA3E-0064EC41ED57}" srcId="{C0A776C5-3F17-402A-9349-677054CD654B}" destId="{E8FD99A1-6042-4F7D-8421-CFBF5E53217E}" srcOrd="2" destOrd="0" parTransId="{89F9F57F-463F-41C5-8911-53944B19588B}" sibTransId="{489EE91D-37B5-4C1A-B284-74D3D1104A6F}"/>
    <dgm:cxn modelId="{62D9EB9D-6023-4B60-9122-0D0CD02D955C}" srcId="{C0A776C5-3F17-402A-9349-677054CD654B}" destId="{4313F39F-45B0-4B22-9559-BAA28590B533}" srcOrd="0" destOrd="0" parTransId="{F49D7A2A-2007-4C4B-BFCD-B2DD162235D1}" sibTransId="{5E101B23-4399-4619-AF79-CB0133DC55E7}"/>
    <dgm:cxn modelId="{DCD8C7DF-F93D-4C2E-8064-24CA144A604A}" srcId="{C0A776C5-3F17-402A-9349-677054CD654B}" destId="{4AA03105-6C44-4EE5-AE55-21E69765D983}" srcOrd="4" destOrd="0" parTransId="{47781AA9-27FC-4C7E-95F6-D2EDB7CC2E60}" sibTransId="{F422D7A8-7CB1-4417-9BD3-62825E8EB121}"/>
    <dgm:cxn modelId="{1DD48EF2-0D6A-4C52-B079-7705327C845A}" srcId="{C0A776C5-3F17-402A-9349-677054CD654B}" destId="{A1F46508-9415-4A47-9B4E-825EBC6601A5}" srcOrd="3" destOrd="0" parTransId="{77A2E883-13D0-4E94-A9C9-9FFB394645A7}" sibTransId="{DFE9EC51-04B3-4437-B925-5AF10C3F0F18}"/>
    <dgm:cxn modelId="{69D2D3FA-DC02-43F4-9A59-4EEE44469C8E}" srcId="{C0A776C5-3F17-402A-9349-677054CD654B}" destId="{723A6523-0105-4D39-8AE6-64157356A3C3}" srcOrd="1" destOrd="0" parTransId="{32E65009-BBB6-425D-9323-53A11555CD9F}" sibTransId="{ACFA39B5-7418-4247-9E01-F45BEE533FF8}"/>
    <dgm:cxn modelId="{E48A929F-346E-4A80-B5D9-5EB606C10390}" type="presParOf" srcId="{4C673436-FF74-43E7-A3FB-B3DEB7AC59F9}" destId="{3382A0DA-C578-4293-9C5F-35C053C266C5}" srcOrd="0" destOrd="0" presId="urn:microsoft.com/office/officeart/2005/8/layout/default"/>
    <dgm:cxn modelId="{A555879B-D9EA-4C00-A446-7486B1D94D0C}" type="presParOf" srcId="{4C673436-FF74-43E7-A3FB-B3DEB7AC59F9}" destId="{3601BF6A-E333-4581-85EA-37E20914441F}" srcOrd="1" destOrd="0" presId="urn:microsoft.com/office/officeart/2005/8/layout/default"/>
    <dgm:cxn modelId="{41B35D87-BEB3-449C-98A9-B3D8C3AF9BD2}" type="presParOf" srcId="{4C673436-FF74-43E7-A3FB-B3DEB7AC59F9}" destId="{B560C156-724B-4635-9814-8A4418E7E65C}" srcOrd="2" destOrd="0" presId="urn:microsoft.com/office/officeart/2005/8/layout/default"/>
    <dgm:cxn modelId="{C5199419-C7B5-48BD-A225-61E5E760CCF4}" type="presParOf" srcId="{4C673436-FF74-43E7-A3FB-B3DEB7AC59F9}" destId="{ECBA9A1A-4E16-448C-AB13-A1973F61ADFC}" srcOrd="3" destOrd="0" presId="urn:microsoft.com/office/officeart/2005/8/layout/default"/>
    <dgm:cxn modelId="{4D76281B-57BC-4CE7-8FCA-53AC2CE88C06}" type="presParOf" srcId="{4C673436-FF74-43E7-A3FB-B3DEB7AC59F9}" destId="{6E0DDFF0-C4A6-46A9-B533-8AC76D388C75}" srcOrd="4" destOrd="0" presId="urn:microsoft.com/office/officeart/2005/8/layout/default"/>
    <dgm:cxn modelId="{E8DC2A7D-D873-47A8-BF06-40BA78269243}" type="presParOf" srcId="{4C673436-FF74-43E7-A3FB-B3DEB7AC59F9}" destId="{55452B80-4C96-44D1-9DF4-257B85066436}" srcOrd="5" destOrd="0" presId="urn:microsoft.com/office/officeart/2005/8/layout/default"/>
    <dgm:cxn modelId="{4A2ED75A-F62A-4524-9A82-844AF6F7BF29}" type="presParOf" srcId="{4C673436-FF74-43E7-A3FB-B3DEB7AC59F9}" destId="{88A29DE0-F75B-4195-BB82-6E0DAD78C398}" srcOrd="6" destOrd="0" presId="urn:microsoft.com/office/officeart/2005/8/layout/default"/>
    <dgm:cxn modelId="{3635E820-05C5-431E-BB11-A57D7FCA9FF9}" type="presParOf" srcId="{4C673436-FF74-43E7-A3FB-B3DEB7AC59F9}" destId="{82392DAC-D286-4925-BCDA-ADFD573B5A27}" srcOrd="7" destOrd="0" presId="urn:microsoft.com/office/officeart/2005/8/layout/default"/>
    <dgm:cxn modelId="{EAA478DF-2AB4-4064-BD21-F141D2391867}" type="presParOf" srcId="{4C673436-FF74-43E7-A3FB-B3DEB7AC59F9}" destId="{CF5F5C81-A21C-473D-B561-98320C0132FE}"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83650A-A08E-4C7A-A715-EBAA5A17F659}" type="doc">
      <dgm:prSet loTypeId="urn:microsoft.com/office/officeart/2005/8/layout/hList2" loCatId="list" qsTypeId="urn:microsoft.com/office/officeart/2005/8/quickstyle/simple1" qsCatId="simple" csTypeId="urn:microsoft.com/office/officeart/2005/8/colors/accent1_2" csCatId="accent1" phldr="0"/>
      <dgm:spPr/>
      <dgm:t>
        <a:bodyPr/>
        <a:lstStyle/>
        <a:p>
          <a:endParaRPr lang="en-US"/>
        </a:p>
      </dgm:t>
    </dgm:pt>
    <dgm:pt modelId="{948018D2-1FA8-4AC2-90E6-EEA90F861598}">
      <dgm:prSet phldrT="[Text]" phldr="1"/>
      <dgm:spPr/>
      <dgm:t>
        <a:bodyPr/>
        <a:lstStyle/>
        <a:p>
          <a:endParaRPr lang="en-US"/>
        </a:p>
      </dgm:t>
    </dgm:pt>
    <dgm:pt modelId="{5BE56303-B6B4-4991-9042-D78436DCE8F3}" type="parTrans" cxnId="{DD5A596E-3612-49FD-9F73-39F6EE5E9636}">
      <dgm:prSet/>
      <dgm:spPr/>
      <dgm:t>
        <a:bodyPr/>
        <a:lstStyle/>
        <a:p>
          <a:endParaRPr lang="en-US"/>
        </a:p>
      </dgm:t>
    </dgm:pt>
    <dgm:pt modelId="{E952DC57-9566-47E2-A6B3-52CEB7DD9CBF}" type="sibTrans" cxnId="{DD5A596E-3612-49FD-9F73-39F6EE5E9636}">
      <dgm:prSet/>
      <dgm:spPr/>
      <dgm:t>
        <a:bodyPr/>
        <a:lstStyle/>
        <a:p>
          <a:endParaRPr lang="en-US"/>
        </a:p>
      </dgm:t>
    </dgm:pt>
    <dgm:pt modelId="{40767BE2-6927-40E6-B8D3-DA48E759AE55}">
      <dgm:prSet phldrT="[Text]" phldr="1"/>
      <dgm:spPr/>
      <dgm:t>
        <a:bodyPr/>
        <a:lstStyle/>
        <a:p>
          <a:endParaRPr lang="en-US"/>
        </a:p>
      </dgm:t>
    </dgm:pt>
    <dgm:pt modelId="{5E950A30-F458-44AE-9E9C-6EC484D108B0}" type="parTrans" cxnId="{54F41CFE-0357-457F-A457-8850447B56B0}">
      <dgm:prSet/>
      <dgm:spPr/>
      <dgm:t>
        <a:bodyPr/>
        <a:lstStyle/>
        <a:p>
          <a:endParaRPr lang="en-US"/>
        </a:p>
      </dgm:t>
    </dgm:pt>
    <dgm:pt modelId="{36924595-EE06-4E64-A8C3-001382518A10}" type="sibTrans" cxnId="{54F41CFE-0357-457F-A457-8850447B56B0}">
      <dgm:prSet/>
      <dgm:spPr/>
      <dgm:t>
        <a:bodyPr/>
        <a:lstStyle/>
        <a:p>
          <a:endParaRPr lang="en-US"/>
        </a:p>
      </dgm:t>
    </dgm:pt>
    <dgm:pt modelId="{D762D684-00A7-4A1A-83F4-D97F7006BA83}">
      <dgm:prSet phldrT="[Text]" phldr="1"/>
      <dgm:spPr/>
      <dgm:t>
        <a:bodyPr/>
        <a:lstStyle/>
        <a:p>
          <a:endParaRPr lang="en-US"/>
        </a:p>
      </dgm:t>
    </dgm:pt>
    <dgm:pt modelId="{3F3759BF-972A-40F1-BEE7-320E99498D39}" type="parTrans" cxnId="{A4FF92EA-9A17-4F02-A265-DE2A6C38DEB9}">
      <dgm:prSet/>
      <dgm:spPr/>
      <dgm:t>
        <a:bodyPr/>
        <a:lstStyle/>
        <a:p>
          <a:endParaRPr lang="en-US"/>
        </a:p>
      </dgm:t>
    </dgm:pt>
    <dgm:pt modelId="{77371713-DC09-4E85-89C6-B91B9299863C}" type="sibTrans" cxnId="{A4FF92EA-9A17-4F02-A265-DE2A6C38DEB9}">
      <dgm:prSet/>
      <dgm:spPr/>
      <dgm:t>
        <a:bodyPr/>
        <a:lstStyle/>
        <a:p>
          <a:endParaRPr lang="en-US"/>
        </a:p>
      </dgm:t>
    </dgm:pt>
    <dgm:pt modelId="{5EE12EB9-CE7C-4EBC-86EF-670EE2E4C4BF}">
      <dgm:prSet phldrT="[Text]" phldr="1"/>
      <dgm:spPr/>
      <dgm:t>
        <a:bodyPr/>
        <a:lstStyle/>
        <a:p>
          <a:endParaRPr lang="en-US"/>
        </a:p>
      </dgm:t>
    </dgm:pt>
    <dgm:pt modelId="{6AB88AB5-17D5-4798-B86B-6B1B116C3B29}" type="parTrans" cxnId="{7E9D6A2A-77F4-4895-A817-668B6BA4ECFD}">
      <dgm:prSet/>
      <dgm:spPr/>
      <dgm:t>
        <a:bodyPr/>
        <a:lstStyle/>
        <a:p>
          <a:endParaRPr lang="en-US"/>
        </a:p>
      </dgm:t>
    </dgm:pt>
    <dgm:pt modelId="{7311FE4F-6066-4429-B9C4-B80B621FD439}" type="sibTrans" cxnId="{7E9D6A2A-77F4-4895-A817-668B6BA4ECFD}">
      <dgm:prSet/>
      <dgm:spPr/>
      <dgm:t>
        <a:bodyPr/>
        <a:lstStyle/>
        <a:p>
          <a:endParaRPr lang="en-US"/>
        </a:p>
      </dgm:t>
    </dgm:pt>
    <dgm:pt modelId="{6EB6A168-D164-4354-A0B4-AA4379741CFC}">
      <dgm:prSet phldrT="[Text]" phldr="1"/>
      <dgm:spPr/>
      <dgm:t>
        <a:bodyPr/>
        <a:lstStyle/>
        <a:p>
          <a:endParaRPr lang="en-US"/>
        </a:p>
      </dgm:t>
    </dgm:pt>
    <dgm:pt modelId="{C44E785F-0FBB-403F-BEAA-E58E7F3105EB}" type="parTrans" cxnId="{300A3603-5FE6-4453-93B1-DE04CB6A2FD9}">
      <dgm:prSet/>
      <dgm:spPr/>
      <dgm:t>
        <a:bodyPr/>
        <a:lstStyle/>
        <a:p>
          <a:endParaRPr lang="en-US"/>
        </a:p>
      </dgm:t>
    </dgm:pt>
    <dgm:pt modelId="{1FA9EF83-C233-44F6-A210-14A5946A9720}" type="sibTrans" cxnId="{300A3603-5FE6-4453-93B1-DE04CB6A2FD9}">
      <dgm:prSet/>
      <dgm:spPr/>
      <dgm:t>
        <a:bodyPr/>
        <a:lstStyle/>
        <a:p>
          <a:endParaRPr lang="en-US"/>
        </a:p>
      </dgm:t>
    </dgm:pt>
    <dgm:pt modelId="{2326DA82-5FD3-46BC-850F-DD4868298519}">
      <dgm:prSet phldrT="[Text]" phldr="1"/>
      <dgm:spPr/>
      <dgm:t>
        <a:bodyPr/>
        <a:lstStyle/>
        <a:p>
          <a:endParaRPr lang="en-US"/>
        </a:p>
      </dgm:t>
    </dgm:pt>
    <dgm:pt modelId="{86869FCA-C062-4C36-BB0A-9E46F77EE303}" type="parTrans" cxnId="{280EA6C6-3E73-4E1C-A2A2-7EC04BE857BC}">
      <dgm:prSet/>
      <dgm:spPr/>
      <dgm:t>
        <a:bodyPr/>
        <a:lstStyle/>
        <a:p>
          <a:endParaRPr lang="en-US"/>
        </a:p>
      </dgm:t>
    </dgm:pt>
    <dgm:pt modelId="{E14D465B-9A0F-4AC2-ADA5-6F3B0F5A03D5}" type="sibTrans" cxnId="{280EA6C6-3E73-4E1C-A2A2-7EC04BE857BC}">
      <dgm:prSet/>
      <dgm:spPr/>
      <dgm:t>
        <a:bodyPr/>
        <a:lstStyle/>
        <a:p>
          <a:endParaRPr lang="en-US"/>
        </a:p>
      </dgm:t>
    </dgm:pt>
    <dgm:pt modelId="{700F8507-EECC-41DF-A4FE-4E307070B053}">
      <dgm:prSet phldrT="[Text]" phldr="1"/>
      <dgm:spPr/>
      <dgm:t>
        <a:bodyPr/>
        <a:lstStyle/>
        <a:p>
          <a:endParaRPr lang="en-US"/>
        </a:p>
      </dgm:t>
    </dgm:pt>
    <dgm:pt modelId="{0BDC0D2A-F021-46E8-AB4F-585E7130ECDF}" type="parTrans" cxnId="{9A8B3FD3-65BD-4E0B-890D-45934B615025}">
      <dgm:prSet/>
      <dgm:spPr/>
      <dgm:t>
        <a:bodyPr/>
        <a:lstStyle/>
        <a:p>
          <a:endParaRPr lang="en-US"/>
        </a:p>
      </dgm:t>
    </dgm:pt>
    <dgm:pt modelId="{5D8346C5-D863-4B6D-AB4F-1EBCAA5CE1ED}" type="sibTrans" cxnId="{9A8B3FD3-65BD-4E0B-890D-45934B615025}">
      <dgm:prSet/>
      <dgm:spPr/>
      <dgm:t>
        <a:bodyPr/>
        <a:lstStyle/>
        <a:p>
          <a:endParaRPr lang="en-US"/>
        </a:p>
      </dgm:t>
    </dgm:pt>
    <dgm:pt modelId="{56DF4E7F-7DEA-46AF-A520-E2F128B19CEA}">
      <dgm:prSet phldrT="[Text]" phldr="1"/>
      <dgm:spPr/>
      <dgm:t>
        <a:bodyPr/>
        <a:lstStyle/>
        <a:p>
          <a:endParaRPr lang="en-US"/>
        </a:p>
      </dgm:t>
    </dgm:pt>
    <dgm:pt modelId="{01C333BD-BFB9-40F0-B85B-194084C9C029}" type="parTrans" cxnId="{92D4F51A-9865-4F97-A874-37CE44656E4E}">
      <dgm:prSet/>
      <dgm:spPr/>
      <dgm:t>
        <a:bodyPr/>
        <a:lstStyle/>
        <a:p>
          <a:endParaRPr lang="en-US"/>
        </a:p>
      </dgm:t>
    </dgm:pt>
    <dgm:pt modelId="{FBFE3245-CC5C-4D8C-896A-670DC0363CAB}" type="sibTrans" cxnId="{92D4F51A-9865-4F97-A874-37CE44656E4E}">
      <dgm:prSet/>
      <dgm:spPr/>
      <dgm:t>
        <a:bodyPr/>
        <a:lstStyle/>
        <a:p>
          <a:endParaRPr lang="en-US"/>
        </a:p>
      </dgm:t>
    </dgm:pt>
    <dgm:pt modelId="{68F2B1D9-E9CA-4ECB-B54B-9E66E3E657E6}">
      <dgm:prSet phldrT="[Text]" phldr="1"/>
      <dgm:spPr/>
      <dgm:t>
        <a:bodyPr/>
        <a:lstStyle/>
        <a:p>
          <a:endParaRPr lang="en-US"/>
        </a:p>
      </dgm:t>
    </dgm:pt>
    <dgm:pt modelId="{C9ECD538-47BB-4BBA-A1C8-6D9CFE797A76}" type="parTrans" cxnId="{FF7E24FF-52AF-47F9-9FE5-01A1D39D0D4B}">
      <dgm:prSet/>
      <dgm:spPr/>
      <dgm:t>
        <a:bodyPr/>
        <a:lstStyle/>
        <a:p>
          <a:endParaRPr lang="en-US"/>
        </a:p>
      </dgm:t>
    </dgm:pt>
    <dgm:pt modelId="{6925FC6A-D8D3-48A7-8BDB-73958D8AB8F1}" type="sibTrans" cxnId="{FF7E24FF-52AF-47F9-9FE5-01A1D39D0D4B}">
      <dgm:prSet/>
      <dgm:spPr/>
      <dgm:t>
        <a:bodyPr/>
        <a:lstStyle/>
        <a:p>
          <a:endParaRPr lang="en-US"/>
        </a:p>
      </dgm:t>
    </dgm:pt>
    <dgm:pt modelId="{AF2DABC9-63E0-419B-B610-46ABB14C943A}" type="pres">
      <dgm:prSet presAssocID="{7083650A-A08E-4C7A-A715-EBAA5A17F659}" presName="linearFlow" presStyleCnt="0">
        <dgm:presLayoutVars>
          <dgm:dir/>
          <dgm:animLvl val="lvl"/>
          <dgm:resizeHandles/>
        </dgm:presLayoutVars>
      </dgm:prSet>
      <dgm:spPr/>
    </dgm:pt>
    <dgm:pt modelId="{13CB0266-A1B8-40B0-8BA7-065101B6B315}" type="pres">
      <dgm:prSet presAssocID="{948018D2-1FA8-4AC2-90E6-EEA90F861598}" presName="compositeNode" presStyleCnt="0">
        <dgm:presLayoutVars>
          <dgm:bulletEnabled val="1"/>
        </dgm:presLayoutVars>
      </dgm:prSet>
      <dgm:spPr/>
    </dgm:pt>
    <dgm:pt modelId="{6785A189-5D0E-4228-9503-B19C6B089B7B}" type="pres">
      <dgm:prSet presAssocID="{948018D2-1FA8-4AC2-90E6-EEA90F861598}" presName="image" presStyleLbl="fgImgPlace1" presStyleIdx="0" presStyleCnt="3"/>
      <dgm:spPr/>
    </dgm:pt>
    <dgm:pt modelId="{07BCBE4B-151D-4F13-B1A7-690EEA1681B7}" type="pres">
      <dgm:prSet presAssocID="{948018D2-1FA8-4AC2-90E6-EEA90F861598}" presName="childNode" presStyleLbl="node1" presStyleIdx="0" presStyleCnt="3">
        <dgm:presLayoutVars>
          <dgm:bulletEnabled val="1"/>
        </dgm:presLayoutVars>
      </dgm:prSet>
      <dgm:spPr/>
    </dgm:pt>
    <dgm:pt modelId="{E18D889D-B41F-420F-8994-5A356921F47F}" type="pres">
      <dgm:prSet presAssocID="{948018D2-1FA8-4AC2-90E6-EEA90F861598}" presName="parentNode" presStyleLbl="revTx" presStyleIdx="0" presStyleCnt="3">
        <dgm:presLayoutVars>
          <dgm:chMax val="0"/>
          <dgm:bulletEnabled val="1"/>
        </dgm:presLayoutVars>
      </dgm:prSet>
      <dgm:spPr/>
    </dgm:pt>
    <dgm:pt modelId="{8A2BAD67-B48F-4C64-9B6F-C0AF647C110F}" type="pres">
      <dgm:prSet presAssocID="{E952DC57-9566-47E2-A6B3-52CEB7DD9CBF}" presName="sibTrans" presStyleCnt="0"/>
      <dgm:spPr/>
    </dgm:pt>
    <dgm:pt modelId="{62000F98-0043-45D8-9EAA-045561F0DA35}" type="pres">
      <dgm:prSet presAssocID="{5EE12EB9-CE7C-4EBC-86EF-670EE2E4C4BF}" presName="compositeNode" presStyleCnt="0">
        <dgm:presLayoutVars>
          <dgm:bulletEnabled val="1"/>
        </dgm:presLayoutVars>
      </dgm:prSet>
      <dgm:spPr/>
    </dgm:pt>
    <dgm:pt modelId="{F19E94FF-F30B-4457-A00E-A4C601C83B46}" type="pres">
      <dgm:prSet presAssocID="{5EE12EB9-CE7C-4EBC-86EF-670EE2E4C4BF}" presName="image" presStyleLbl="fgImgPlace1" presStyleIdx="1" presStyleCnt="3"/>
      <dgm:spPr/>
    </dgm:pt>
    <dgm:pt modelId="{9236FDBB-E0FF-49F0-B7D8-322E90318610}" type="pres">
      <dgm:prSet presAssocID="{5EE12EB9-CE7C-4EBC-86EF-670EE2E4C4BF}" presName="childNode" presStyleLbl="node1" presStyleIdx="1" presStyleCnt="3">
        <dgm:presLayoutVars>
          <dgm:bulletEnabled val="1"/>
        </dgm:presLayoutVars>
      </dgm:prSet>
      <dgm:spPr/>
    </dgm:pt>
    <dgm:pt modelId="{B7ED4124-1995-4899-90D1-39C13DF1ADA8}" type="pres">
      <dgm:prSet presAssocID="{5EE12EB9-CE7C-4EBC-86EF-670EE2E4C4BF}" presName="parentNode" presStyleLbl="revTx" presStyleIdx="1" presStyleCnt="3">
        <dgm:presLayoutVars>
          <dgm:chMax val="0"/>
          <dgm:bulletEnabled val="1"/>
        </dgm:presLayoutVars>
      </dgm:prSet>
      <dgm:spPr/>
    </dgm:pt>
    <dgm:pt modelId="{53AE623A-071F-470F-BBEA-669B35DF9D25}" type="pres">
      <dgm:prSet presAssocID="{7311FE4F-6066-4429-B9C4-B80B621FD439}" presName="sibTrans" presStyleCnt="0"/>
      <dgm:spPr/>
    </dgm:pt>
    <dgm:pt modelId="{0EC96846-6211-4140-8FC2-4CC4A1D947F4}" type="pres">
      <dgm:prSet presAssocID="{700F8507-EECC-41DF-A4FE-4E307070B053}" presName="compositeNode" presStyleCnt="0">
        <dgm:presLayoutVars>
          <dgm:bulletEnabled val="1"/>
        </dgm:presLayoutVars>
      </dgm:prSet>
      <dgm:spPr/>
    </dgm:pt>
    <dgm:pt modelId="{44A422D9-DDAE-4603-ADF4-9035F705CC60}" type="pres">
      <dgm:prSet presAssocID="{700F8507-EECC-41DF-A4FE-4E307070B053}" presName="image" presStyleLbl="fgImgPlace1" presStyleIdx="2" presStyleCnt="3"/>
      <dgm:spPr/>
    </dgm:pt>
    <dgm:pt modelId="{D0754298-C010-4CC4-B78D-CCB93BA00DDA}" type="pres">
      <dgm:prSet presAssocID="{700F8507-EECC-41DF-A4FE-4E307070B053}" presName="childNode" presStyleLbl="node1" presStyleIdx="2" presStyleCnt="3">
        <dgm:presLayoutVars>
          <dgm:bulletEnabled val="1"/>
        </dgm:presLayoutVars>
      </dgm:prSet>
      <dgm:spPr/>
    </dgm:pt>
    <dgm:pt modelId="{AE3EB282-D170-4878-8A0B-5E1EEA707595}" type="pres">
      <dgm:prSet presAssocID="{700F8507-EECC-41DF-A4FE-4E307070B053}" presName="parentNode" presStyleLbl="revTx" presStyleIdx="2" presStyleCnt="3">
        <dgm:presLayoutVars>
          <dgm:chMax val="0"/>
          <dgm:bulletEnabled val="1"/>
        </dgm:presLayoutVars>
      </dgm:prSet>
      <dgm:spPr/>
    </dgm:pt>
  </dgm:ptLst>
  <dgm:cxnLst>
    <dgm:cxn modelId="{300A3603-5FE6-4453-93B1-DE04CB6A2FD9}" srcId="{5EE12EB9-CE7C-4EBC-86EF-670EE2E4C4BF}" destId="{6EB6A168-D164-4354-A0B4-AA4379741CFC}" srcOrd="0" destOrd="0" parTransId="{C44E785F-0FBB-403F-BEAA-E58E7F3105EB}" sibTransId="{1FA9EF83-C233-44F6-A210-14A5946A9720}"/>
    <dgm:cxn modelId="{92D4F51A-9865-4F97-A874-37CE44656E4E}" srcId="{700F8507-EECC-41DF-A4FE-4E307070B053}" destId="{56DF4E7F-7DEA-46AF-A520-E2F128B19CEA}" srcOrd="0" destOrd="0" parTransId="{01C333BD-BFB9-40F0-B85B-194084C9C029}" sibTransId="{FBFE3245-CC5C-4D8C-896A-670DC0363CAB}"/>
    <dgm:cxn modelId="{36BBC827-5171-4940-89E5-5D0B2FEB9958}" type="presOf" srcId="{D762D684-00A7-4A1A-83F4-D97F7006BA83}" destId="{07BCBE4B-151D-4F13-B1A7-690EEA1681B7}" srcOrd="0" destOrd="1" presId="urn:microsoft.com/office/officeart/2005/8/layout/hList2"/>
    <dgm:cxn modelId="{7E9D6A2A-77F4-4895-A817-668B6BA4ECFD}" srcId="{7083650A-A08E-4C7A-A715-EBAA5A17F659}" destId="{5EE12EB9-CE7C-4EBC-86EF-670EE2E4C4BF}" srcOrd="1" destOrd="0" parTransId="{6AB88AB5-17D5-4798-B86B-6B1B116C3B29}" sibTransId="{7311FE4F-6066-4429-B9C4-B80B621FD439}"/>
    <dgm:cxn modelId="{0FE07F2D-A9C3-44A4-B967-E94A949784B8}" type="presOf" srcId="{68F2B1D9-E9CA-4ECB-B54B-9E66E3E657E6}" destId="{D0754298-C010-4CC4-B78D-CCB93BA00DDA}" srcOrd="0" destOrd="1" presId="urn:microsoft.com/office/officeart/2005/8/layout/hList2"/>
    <dgm:cxn modelId="{67EAC435-7AD7-4CFD-97A6-6ED4182CB0E5}" type="presOf" srcId="{5EE12EB9-CE7C-4EBC-86EF-670EE2E4C4BF}" destId="{B7ED4124-1995-4899-90D1-39C13DF1ADA8}" srcOrd="0" destOrd="0" presId="urn:microsoft.com/office/officeart/2005/8/layout/hList2"/>
    <dgm:cxn modelId="{4740E766-7EEB-4BFC-A3FD-DABF6269627E}" type="presOf" srcId="{948018D2-1FA8-4AC2-90E6-EEA90F861598}" destId="{E18D889D-B41F-420F-8994-5A356921F47F}" srcOrd="0" destOrd="0" presId="urn:microsoft.com/office/officeart/2005/8/layout/hList2"/>
    <dgm:cxn modelId="{DD5A596E-3612-49FD-9F73-39F6EE5E9636}" srcId="{7083650A-A08E-4C7A-A715-EBAA5A17F659}" destId="{948018D2-1FA8-4AC2-90E6-EEA90F861598}" srcOrd="0" destOrd="0" parTransId="{5BE56303-B6B4-4991-9042-D78436DCE8F3}" sibTransId="{E952DC57-9566-47E2-A6B3-52CEB7DD9CBF}"/>
    <dgm:cxn modelId="{B8CCB357-B44D-449F-8ABC-718821DADECA}" type="presOf" srcId="{56DF4E7F-7DEA-46AF-A520-E2F128B19CEA}" destId="{D0754298-C010-4CC4-B78D-CCB93BA00DDA}" srcOrd="0" destOrd="0" presId="urn:microsoft.com/office/officeart/2005/8/layout/hList2"/>
    <dgm:cxn modelId="{5F1F207A-9849-468C-ADB1-549A4D77068A}" type="presOf" srcId="{2326DA82-5FD3-46BC-850F-DD4868298519}" destId="{9236FDBB-E0FF-49F0-B7D8-322E90318610}" srcOrd="0" destOrd="1" presId="urn:microsoft.com/office/officeart/2005/8/layout/hList2"/>
    <dgm:cxn modelId="{80216781-F95E-4F49-82CC-FC5CA0674BD1}" type="presOf" srcId="{6EB6A168-D164-4354-A0B4-AA4379741CFC}" destId="{9236FDBB-E0FF-49F0-B7D8-322E90318610}" srcOrd="0" destOrd="0" presId="urn:microsoft.com/office/officeart/2005/8/layout/hList2"/>
    <dgm:cxn modelId="{0B6709A2-FF05-48DC-9053-4FA0D0CAE982}" type="presOf" srcId="{7083650A-A08E-4C7A-A715-EBAA5A17F659}" destId="{AF2DABC9-63E0-419B-B610-46ABB14C943A}" srcOrd="0" destOrd="0" presId="urn:microsoft.com/office/officeart/2005/8/layout/hList2"/>
    <dgm:cxn modelId="{4A5BA1A2-FE70-463D-86BD-52C83CDC4E89}" type="presOf" srcId="{40767BE2-6927-40E6-B8D3-DA48E759AE55}" destId="{07BCBE4B-151D-4F13-B1A7-690EEA1681B7}" srcOrd="0" destOrd="0" presId="urn:microsoft.com/office/officeart/2005/8/layout/hList2"/>
    <dgm:cxn modelId="{280EA6C6-3E73-4E1C-A2A2-7EC04BE857BC}" srcId="{5EE12EB9-CE7C-4EBC-86EF-670EE2E4C4BF}" destId="{2326DA82-5FD3-46BC-850F-DD4868298519}" srcOrd="1" destOrd="0" parTransId="{86869FCA-C062-4C36-BB0A-9E46F77EE303}" sibTransId="{E14D465B-9A0F-4AC2-ADA5-6F3B0F5A03D5}"/>
    <dgm:cxn modelId="{9A8B3FD3-65BD-4E0B-890D-45934B615025}" srcId="{7083650A-A08E-4C7A-A715-EBAA5A17F659}" destId="{700F8507-EECC-41DF-A4FE-4E307070B053}" srcOrd="2" destOrd="0" parTransId="{0BDC0D2A-F021-46E8-AB4F-585E7130ECDF}" sibTransId="{5D8346C5-D863-4B6D-AB4F-1EBCAA5CE1ED}"/>
    <dgm:cxn modelId="{8619E3E1-3A75-425A-A327-D0BCCE0CCFBF}" type="presOf" srcId="{700F8507-EECC-41DF-A4FE-4E307070B053}" destId="{AE3EB282-D170-4878-8A0B-5E1EEA707595}" srcOrd="0" destOrd="0" presId="urn:microsoft.com/office/officeart/2005/8/layout/hList2"/>
    <dgm:cxn modelId="{A4FF92EA-9A17-4F02-A265-DE2A6C38DEB9}" srcId="{948018D2-1FA8-4AC2-90E6-EEA90F861598}" destId="{D762D684-00A7-4A1A-83F4-D97F7006BA83}" srcOrd="1" destOrd="0" parTransId="{3F3759BF-972A-40F1-BEE7-320E99498D39}" sibTransId="{77371713-DC09-4E85-89C6-B91B9299863C}"/>
    <dgm:cxn modelId="{54F41CFE-0357-457F-A457-8850447B56B0}" srcId="{948018D2-1FA8-4AC2-90E6-EEA90F861598}" destId="{40767BE2-6927-40E6-B8D3-DA48E759AE55}" srcOrd="0" destOrd="0" parTransId="{5E950A30-F458-44AE-9E9C-6EC484D108B0}" sibTransId="{36924595-EE06-4E64-A8C3-001382518A10}"/>
    <dgm:cxn modelId="{FF7E24FF-52AF-47F9-9FE5-01A1D39D0D4B}" srcId="{700F8507-EECC-41DF-A4FE-4E307070B053}" destId="{68F2B1D9-E9CA-4ECB-B54B-9E66E3E657E6}" srcOrd="1" destOrd="0" parTransId="{C9ECD538-47BB-4BBA-A1C8-6D9CFE797A76}" sibTransId="{6925FC6A-D8D3-48A7-8BDB-73958D8AB8F1}"/>
    <dgm:cxn modelId="{B78C7032-3BA8-446A-A8A3-8EC1D86BA460}" type="presParOf" srcId="{AF2DABC9-63E0-419B-B610-46ABB14C943A}" destId="{13CB0266-A1B8-40B0-8BA7-065101B6B315}" srcOrd="0" destOrd="0" presId="urn:microsoft.com/office/officeart/2005/8/layout/hList2"/>
    <dgm:cxn modelId="{6C9DDE48-5D36-4BB4-9187-1B25DD7363AD}" type="presParOf" srcId="{13CB0266-A1B8-40B0-8BA7-065101B6B315}" destId="{6785A189-5D0E-4228-9503-B19C6B089B7B}" srcOrd="0" destOrd="0" presId="urn:microsoft.com/office/officeart/2005/8/layout/hList2"/>
    <dgm:cxn modelId="{12BD27E1-B47F-4DBB-975B-A2E26BDA5952}" type="presParOf" srcId="{13CB0266-A1B8-40B0-8BA7-065101B6B315}" destId="{07BCBE4B-151D-4F13-B1A7-690EEA1681B7}" srcOrd="1" destOrd="0" presId="urn:microsoft.com/office/officeart/2005/8/layout/hList2"/>
    <dgm:cxn modelId="{F8BB5786-38EE-4A54-B946-1CF18AFAED76}" type="presParOf" srcId="{13CB0266-A1B8-40B0-8BA7-065101B6B315}" destId="{E18D889D-B41F-420F-8994-5A356921F47F}" srcOrd="2" destOrd="0" presId="urn:microsoft.com/office/officeart/2005/8/layout/hList2"/>
    <dgm:cxn modelId="{7C0BE01D-192F-4F2B-860F-300DCFCD441D}" type="presParOf" srcId="{AF2DABC9-63E0-419B-B610-46ABB14C943A}" destId="{8A2BAD67-B48F-4C64-9B6F-C0AF647C110F}" srcOrd="1" destOrd="0" presId="urn:microsoft.com/office/officeart/2005/8/layout/hList2"/>
    <dgm:cxn modelId="{2FE82D52-1397-4E4C-AD34-ADD52506724F}" type="presParOf" srcId="{AF2DABC9-63E0-419B-B610-46ABB14C943A}" destId="{62000F98-0043-45D8-9EAA-045561F0DA35}" srcOrd="2" destOrd="0" presId="urn:microsoft.com/office/officeart/2005/8/layout/hList2"/>
    <dgm:cxn modelId="{DABA978F-C684-41FD-9117-CD1EBB00AE6F}" type="presParOf" srcId="{62000F98-0043-45D8-9EAA-045561F0DA35}" destId="{F19E94FF-F30B-4457-A00E-A4C601C83B46}" srcOrd="0" destOrd="0" presId="urn:microsoft.com/office/officeart/2005/8/layout/hList2"/>
    <dgm:cxn modelId="{E2786A86-219C-49A4-887B-481E2EE155D9}" type="presParOf" srcId="{62000F98-0043-45D8-9EAA-045561F0DA35}" destId="{9236FDBB-E0FF-49F0-B7D8-322E90318610}" srcOrd="1" destOrd="0" presId="urn:microsoft.com/office/officeart/2005/8/layout/hList2"/>
    <dgm:cxn modelId="{9B4648F6-E9D2-4194-93F7-B39BCA2EAC1A}" type="presParOf" srcId="{62000F98-0043-45D8-9EAA-045561F0DA35}" destId="{B7ED4124-1995-4899-90D1-39C13DF1ADA8}" srcOrd="2" destOrd="0" presId="urn:microsoft.com/office/officeart/2005/8/layout/hList2"/>
    <dgm:cxn modelId="{121BE466-C13E-4B86-82DD-44D65583380D}" type="presParOf" srcId="{AF2DABC9-63E0-419B-B610-46ABB14C943A}" destId="{53AE623A-071F-470F-BBEA-669B35DF9D25}" srcOrd="3" destOrd="0" presId="urn:microsoft.com/office/officeart/2005/8/layout/hList2"/>
    <dgm:cxn modelId="{751E91B5-BB83-432D-92ED-1867B2B91028}" type="presParOf" srcId="{AF2DABC9-63E0-419B-B610-46ABB14C943A}" destId="{0EC96846-6211-4140-8FC2-4CC4A1D947F4}" srcOrd="4" destOrd="0" presId="urn:microsoft.com/office/officeart/2005/8/layout/hList2"/>
    <dgm:cxn modelId="{33919848-455A-4C9F-95A1-1073B64AA271}" type="presParOf" srcId="{0EC96846-6211-4140-8FC2-4CC4A1D947F4}" destId="{44A422D9-DDAE-4603-ADF4-9035F705CC60}" srcOrd="0" destOrd="0" presId="urn:microsoft.com/office/officeart/2005/8/layout/hList2"/>
    <dgm:cxn modelId="{8E1F3A29-7B8A-4B01-B066-58936C680165}" type="presParOf" srcId="{0EC96846-6211-4140-8FC2-4CC4A1D947F4}" destId="{D0754298-C010-4CC4-B78D-CCB93BA00DDA}" srcOrd="1" destOrd="0" presId="urn:microsoft.com/office/officeart/2005/8/layout/hList2"/>
    <dgm:cxn modelId="{5E5973FA-2B7F-4DFC-A8B6-700ED255FA1F}" type="presParOf" srcId="{0EC96846-6211-4140-8FC2-4CC4A1D947F4}" destId="{AE3EB282-D170-4878-8A0B-5E1EEA707595}"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2A0DA-C578-4293-9C5F-35C053C266C5}">
      <dsp:nvSpPr>
        <dsp:cNvPr id="0" name=""/>
        <dsp:cNvSpPr/>
      </dsp:nvSpPr>
      <dsp:spPr>
        <a:xfrm>
          <a:off x="0" y="39687"/>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0" y="39687"/>
        <a:ext cx="3286125" cy="1971675"/>
      </dsp:txXfrm>
    </dsp:sp>
    <dsp:sp modelId="{B560C156-724B-4635-9814-8A4418E7E65C}">
      <dsp:nvSpPr>
        <dsp:cNvPr id="0" name=""/>
        <dsp:cNvSpPr/>
      </dsp:nvSpPr>
      <dsp:spPr>
        <a:xfrm>
          <a:off x="3614737" y="39687"/>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3614737" y="39687"/>
        <a:ext cx="3286125" cy="1971675"/>
      </dsp:txXfrm>
    </dsp:sp>
    <dsp:sp modelId="{6E0DDFF0-C4A6-46A9-B533-8AC76D388C75}">
      <dsp:nvSpPr>
        <dsp:cNvPr id="0" name=""/>
        <dsp:cNvSpPr/>
      </dsp:nvSpPr>
      <dsp:spPr>
        <a:xfrm>
          <a:off x="7229475" y="39687"/>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7229475" y="39687"/>
        <a:ext cx="3286125" cy="1971675"/>
      </dsp:txXfrm>
    </dsp:sp>
    <dsp:sp modelId="{88A29DE0-F75B-4195-BB82-6E0DAD78C398}">
      <dsp:nvSpPr>
        <dsp:cNvPr id="0" name=""/>
        <dsp:cNvSpPr/>
      </dsp:nvSpPr>
      <dsp:spPr>
        <a:xfrm>
          <a:off x="1807368" y="2339975"/>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07368" y="2339975"/>
        <a:ext cx="3286125" cy="1971675"/>
      </dsp:txXfrm>
    </dsp:sp>
    <dsp:sp modelId="{CF5F5C81-A21C-473D-B561-98320C0132FE}">
      <dsp:nvSpPr>
        <dsp:cNvPr id="0" name=""/>
        <dsp:cNvSpPr/>
      </dsp:nvSpPr>
      <dsp:spPr>
        <a:xfrm>
          <a:off x="5422106" y="2339975"/>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5422106" y="2339975"/>
        <a:ext cx="3286125" cy="19716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8D889D-B41F-420F-8994-5A356921F47F}">
      <dsp:nvSpPr>
        <dsp:cNvPr id="0" name=""/>
        <dsp:cNvSpPr/>
      </dsp:nvSpPr>
      <dsp:spPr>
        <a:xfrm rot="16200000">
          <a:off x="-1383004" y="2256453"/>
          <a:ext cx="3394043" cy="504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5295" bIns="0" numCol="1" spcCol="1270" anchor="t" anchorCtr="0">
          <a:noAutofit/>
        </a:bodyPr>
        <a:lstStyle/>
        <a:p>
          <a:pPr marL="0" lvl="0" indent="0" algn="r" defTabSz="1600200">
            <a:lnSpc>
              <a:spcPct val="90000"/>
            </a:lnSpc>
            <a:spcBef>
              <a:spcPct val="0"/>
            </a:spcBef>
            <a:spcAft>
              <a:spcPct val="35000"/>
            </a:spcAft>
            <a:buNone/>
          </a:pPr>
          <a:endParaRPr lang="en-US" sz="3600" kern="1200"/>
        </a:p>
      </dsp:txBody>
      <dsp:txXfrm>
        <a:off x="-1383004" y="2256453"/>
        <a:ext cx="3394043" cy="504901"/>
      </dsp:txXfrm>
    </dsp:sp>
    <dsp:sp modelId="{07BCBE4B-151D-4F13-B1A7-690EEA1681B7}">
      <dsp:nvSpPr>
        <dsp:cNvPr id="0" name=""/>
        <dsp:cNvSpPr/>
      </dsp:nvSpPr>
      <dsp:spPr>
        <a:xfrm>
          <a:off x="566467" y="811881"/>
          <a:ext cx="2514943" cy="3394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0" tIns="445295" rIns="426720" bIns="426720" numCol="1" spcCol="1270" anchor="t" anchorCtr="0">
          <a:noAutofit/>
        </a:bodyPr>
        <a:lstStyle/>
        <a:p>
          <a:pPr marL="285750" lvl="1" indent="-285750" algn="l" defTabSz="2089150">
            <a:lnSpc>
              <a:spcPct val="90000"/>
            </a:lnSpc>
            <a:spcBef>
              <a:spcPct val="0"/>
            </a:spcBef>
            <a:spcAft>
              <a:spcPct val="15000"/>
            </a:spcAft>
            <a:buChar char="•"/>
          </a:pPr>
          <a:endParaRPr lang="en-US" sz="4700" kern="1200"/>
        </a:p>
        <a:p>
          <a:pPr marL="285750" lvl="1" indent="-285750" algn="l" defTabSz="2089150">
            <a:lnSpc>
              <a:spcPct val="90000"/>
            </a:lnSpc>
            <a:spcBef>
              <a:spcPct val="0"/>
            </a:spcBef>
            <a:spcAft>
              <a:spcPct val="15000"/>
            </a:spcAft>
            <a:buChar char="•"/>
          </a:pPr>
          <a:endParaRPr lang="en-US" sz="4700" kern="1200"/>
        </a:p>
      </dsp:txBody>
      <dsp:txXfrm>
        <a:off x="566467" y="811881"/>
        <a:ext cx="2514943" cy="3394043"/>
      </dsp:txXfrm>
    </dsp:sp>
    <dsp:sp modelId="{6785A189-5D0E-4228-9503-B19C6B089B7B}">
      <dsp:nvSpPr>
        <dsp:cNvPr id="0" name=""/>
        <dsp:cNvSpPr/>
      </dsp:nvSpPr>
      <dsp:spPr>
        <a:xfrm>
          <a:off x="61566" y="145412"/>
          <a:ext cx="1009802" cy="1009802"/>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ED4124-1995-4899-90D1-39C13DF1ADA8}">
      <dsp:nvSpPr>
        <dsp:cNvPr id="0" name=""/>
        <dsp:cNvSpPr/>
      </dsp:nvSpPr>
      <dsp:spPr>
        <a:xfrm rot="16200000">
          <a:off x="2303306" y="2256453"/>
          <a:ext cx="3394043" cy="504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5295" bIns="0" numCol="1" spcCol="1270" anchor="t" anchorCtr="0">
          <a:noAutofit/>
        </a:bodyPr>
        <a:lstStyle/>
        <a:p>
          <a:pPr marL="0" lvl="0" indent="0" algn="r" defTabSz="1600200">
            <a:lnSpc>
              <a:spcPct val="90000"/>
            </a:lnSpc>
            <a:spcBef>
              <a:spcPct val="0"/>
            </a:spcBef>
            <a:spcAft>
              <a:spcPct val="35000"/>
            </a:spcAft>
            <a:buNone/>
          </a:pPr>
          <a:endParaRPr lang="en-US" sz="3600" kern="1200"/>
        </a:p>
      </dsp:txBody>
      <dsp:txXfrm>
        <a:off x="2303306" y="2256453"/>
        <a:ext cx="3394043" cy="504901"/>
      </dsp:txXfrm>
    </dsp:sp>
    <dsp:sp modelId="{9236FDBB-E0FF-49F0-B7D8-322E90318610}">
      <dsp:nvSpPr>
        <dsp:cNvPr id="0" name=""/>
        <dsp:cNvSpPr/>
      </dsp:nvSpPr>
      <dsp:spPr>
        <a:xfrm>
          <a:off x="4252779" y="811881"/>
          <a:ext cx="2514943" cy="3394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0" tIns="445295" rIns="426720" bIns="426720" numCol="1" spcCol="1270" anchor="t" anchorCtr="0">
          <a:noAutofit/>
        </a:bodyPr>
        <a:lstStyle/>
        <a:p>
          <a:pPr marL="285750" lvl="1" indent="-285750" algn="l" defTabSz="2089150">
            <a:lnSpc>
              <a:spcPct val="90000"/>
            </a:lnSpc>
            <a:spcBef>
              <a:spcPct val="0"/>
            </a:spcBef>
            <a:spcAft>
              <a:spcPct val="15000"/>
            </a:spcAft>
            <a:buChar char="•"/>
          </a:pPr>
          <a:endParaRPr lang="en-US" sz="4700" kern="1200"/>
        </a:p>
        <a:p>
          <a:pPr marL="285750" lvl="1" indent="-285750" algn="l" defTabSz="2089150">
            <a:lnSpc>
              <a:spcPct val="90000"/>
            </a:lnSpc>
            <a:spcBef>
              <a:spcPct val="0"/>
            </a:spcBef>
            <a:spcAft>
              <a:spcPct val="15000"/>
            </a:spcAft>
            <a:buChar char="•"/>
          </a:pPr>
          <a:endParaRPr lang="en-US" sz="4700" kern="1200"/>
        </a:p>
      </dsp:txBody>
      <dsp:txXfrm>
        <a:off x="4252779" y="811881"/>
        <a:ext cx="2514943" cy="3394043"/>
      </dsp:txXfrm>
    </dsp:sp>
    <dsp:sp modelId="{F19E94FF-F30B-4457-A00E-A4C601C83B46}">
      <dsp:nvSpPr>
        <dsp:cNvPr id="0" name=""/>
        <dsp:cNvSpPr/>
      </dsp:nvSpPr>
      <dsp:spPr>
        <a:xfrm>
          <a:off x="3747877" y="145412"/>
          <a:ext cx="1009802" cy="1009802"/>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3EB282-D170-4878-8A0B-5E1EEA707595}">
      <dsp:nvSpPr>
        <dsp:cNvPr id="0" name=""/>
        <dsp:cNvSpPr/>
      </dsp:nvSpPr>
      <dsp:spPr>
        <a:xfrm rot="16200000">
          <a:off x="5989618" y="2256453"/>
          <a:ext cx="3394043" cy="504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5295" bIns="0" numCol="1" spcCol="1270" anchor="t" anchorCtr="0">
          <a:noAutofit/>
        </a:bodyPr>
        <a:lstStyle/>
        <a:p>
          <a:pPr marL="0" lvl="0" indent="0" algn="r" defTabSz="1600200">
            <a:lnSpc>
              <a:spcPct val="90000"/>
            </a:lnSpc>
            <a:spcBef>
              <a:spcPct val="0"/>
            </a:spcBef>
            <a:spcAft>
              <a:spcPct val="35000"/>
            </a:spcAft>
            <a:buNone/>
          </a:pPr>
          <a:endParaRPr lang="en-US" sz="3600" kern="1200"/>
        </a:p>
      </dsp:txBody>
      <dsp:txXfrm>
        <a:off x="5989618" y="2256453"/>
        <a:ext cx="3394043" cy="504901"/>
      </dsp:txXfrm>
    </dsp:sp>
    <dsp:sp modelId="{D0754298-C010-4CC4-B78D-CCB93BA00DDA}">
      <dsp:nvSpPr>
        <dsp:cNvPr id="0" name=""/>
        <dsp:cNvSpPr/>
      </dsp:nvSpPr>
      <dsp:spPr>
        <a:xfrm>
          <a:off x="7939090" y="811881"/>
          <a:ext cx="2514943" cy="3394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0" tIns="445295" rIns="426720" bIns="426720" numCol="1" spcCol="1270" anchor="t" anchorCtr="0">
          <a:noAutofit/>
        </a:bodyPr>
        <a:lstStyle/>
        <a:p>
          <a:pPr marL="285750" lvl="1" indent="-285750" algn="l" defTabSz="2089150">
            <a:lnSpc>
              <a:spcPct val="90000"/>
            </a:lnSpc>
            <a:spcBef>
              <a:spcPct val="0"/>
            </a:spcBef>
            <a:spcAft>
              <a:spcPct val="15000"/>
            </a:spcAft>
            <a:buChar char="•"/>
          </a:pPr>
          <a:endParaRPr lang="en-US" sz="4700" kern="1200"/>
        </a:p>
        <a:p>
          <a:pPr marL="285750" lvl="1" indent="-285750" algn="l" defTabSz="2089150">
            <a:lnSpc>
              <a:spcPct val="90000"/>
            </a:lnSpc>
            <a:spcBef>
              <a:spcPct val="0"/>
            </a:spcBef>
            <a:spcAft>
              <a:spcPct val="15000"/>
            </a:spcAft>
            <a:buChar char="•"/>
          </a:pPr>
          <a:endParaRPr lang="en-US" sz="4700" kern="1200"/>
        </a:p>
      </dsp:txBody>
      <dsp:txXfrm>
        <a:off x="7939090" y="811881"/>
        <a:ext cx="2514943" cy="3394043"/>
      </dsp:txXfrm>
    </dsp:sp>
    <dsp:sp modelId="{44A422D9-DDAE-4603-ADF4-9035F705CC60}">
      <dsp:nvSpPr>
        <dsp:cNvPr id="0" name=""/>
        <dsp:cNvSpPr/>
      </dsp:nvSpPr>
      <dsp:spPr>
        <a:xfrm>
          <a:off x="7434189" y="145412"/>
          <a:ext cx="1009802" cy="1009802"/>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3DDCC7-FEDA-41F9-904F-895C2498DC83}" type="datetimeFigureOut">
              <a:rPr lang="en-US" smtClean="0"/>
              <a:pPr/>
              <a:t>5/6/2026</a:t>
            </a:fld>
            <a:endParaRPr lang="en-MY"/>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5C5383-4F5E-40F8-A9F1-E0F8AB5AED6C}" type="slidenum">
              <a:rPr lang="en-MY" smtClean="0"/>
              <a:pPr/>
              <a:t>‹#›</a:t>
            </a:fld>
            <a:endParaRPr lang="en-MY"/>
          </a:p>
        </p:txBody>
      </p:sp>
    </p:spTree>
    <p:extLst>
      <p:ext uri="{BB962C8B-B14F-4D97-AF65-F5344CB8AC3E}">
        <p14:creationId xmlns:p14="http://schemas.microsoft.com/office/powerpoint/2010/main" val="460110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C5383-4F5E-40F8-A9F1-E0F8AB5AED6C}" type="slidenum">
              <a:rPr lang="en-MY" smtClean="0"/>
              <a:pPr/>
              <a:t>1</a:t>
            </a:fld>
            <a:endParaRPr lang="en-MY"/>
          </a:p>
        </p:txBody>
      </p:sp>
    </p:spTree>
    <p:extLst>
      <p:ext uri="{BB962C8B-B14F-4D97-AF65-F5344CB8AC3E}">
        <p14:creationId xmlns:p14="http://schemas.microsoft.com/office/powerpoint/2010/main" val="2668235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C5383-4F5E-40F8-A9F1-E0F8AB5AED6C}" type="slidenum">
              <a:rPr lang="en-MY" smtClean="0"/>
              <a:pPr/>
              <a:t>2</a:t>
            </a:fld>
            <a:endParaRPr lang="en-MY"/>
          </a:p>
        </p:txBody>
      </p:sp>
    </p:spTree>
    <p:extLst>
      <p:ext uri="{BB962C8B-B14F-4D97-AF65-F5344CB8AC3E}">
        <p14:creationId xmlns:p14="http://schemas.microsoft.com/office/powerpoint/2010/main" val="2118260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C5383-4F5E-40F8-A9F1-E0F8AB5AED6C}" type="slidenum">
              <a:rPr lang="en-MY" smtClean="0"/>
              <a:pPr/>
              <a:t>3</a:t>
            </a:fld>
            <a:endParaRPr lang="en-MY"/>
          </a:p>
        </p:txBody>
      </p:sp>
    </p:spTree>
    <p:extLst>
      <p:ext uri="{BB962C8B-B14F-4D97-AF65-F5344CB8AC3E}">
        <p14:creationId xmlns:p14="http://schemas.microsoft.com/office/powerpoint/2010/main" val="99225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1A1CC-9F4E-7CC4-0D1E-75CD80739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A52E2-01E9-8EB1-C8D8-98F946213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877F6-429B-DB56-D704-58CCE5468132}"/>
              </a:ext>
            </a:extLst>
          </p:cNvPr>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BB145EAF-7517-3D1E-77A8-8E6C94648D11}"/>
              </a:ext>
            </a:extLst>
          </p:cNvPr>
          <p:cNvSpPr>
            <a:spLocks noGrp="1"/>
          </p:cNvSpPr>
          <p:nvPr>
            <p:ph type="sldNum" sz="quarter" idx="5"/>
          </p:nvPr>
        </p:nvSpPr>
        <p:spPr/>
        <p:txBody>
          <a:bodyPr/>
          <a:lstStyle/>
          <a:p>
            <a:fld id="{BD5C5383-4F5E-40F8-A9F1-E0F8AB5AED6C}" type="slidenum">
              <a:rPr lang="en-MY" smtClean="0"/>
              <a:pPr/>
              <a:t>4</a:t>
            </a:fld>
            <a:endParaRPr lang="en-MY"/>
          </a:p>
        </p:txBody>
      </p:sp>
    </p:spTree>
    <p:extLst>
      <p:ext uri="{BB962C8B-B14F-4D97-AF65-F5344CB8AC3E}">
        <p14:creationId xmlns:p14="http://schemas.microsoft.com/office/powerpoint/2010/main" val="2441158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199E4-1904-7080-0305-5D88C6C0E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5A8E8-7F75-2E80-693B-CBB955295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04E61-E9EA-78E8-FE60-437B71C6A0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243059-7718-7E92-97BC-0D924AF3E021}"/>
              </a:ext>
            </a:extLst>
          </p:cNvPr>
          <p:cNvSpPr>
            <a:spLocks noGrp="1"/>
          </p:cNvSpPr>
          <p:nvPr>
            <p:ph type="sldNum" sz="quarter" idx="5"/>
          </p:nvPr>
        </p:nvSpPr>
        <p:spPr/>
        <p:txBody>
          <a:bodyPr/>
          <a:lstStyle/>
          <a:p>
            <a:fld id="{BD5C5383-4F5E-40F8-A9F1-E0F8AB5AED6C}" type="slidenum">
              <a:rPr lang="en-MY" smtClean="0"/>
              <a:pPr/>
              <a:t>5</a:t>
            </a:fld>
            <a:endParaRPr lang="en-MY"/>
          </a:p>
        </p:txBody>
      </p:sp>
    </p:spTree>
    <p:extLst>
      <p:ext uri="{BB962C8B-B14F-4D97-AF65-F5344CB8AC3E}">
        <p14:creationId xmlns:p14="http://schemas.microsoft.com/office/powerpoint/2010/main" val="1359938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289C0-C6D5-793C-C830-616EC109F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1382E-433E-39A2-0439-CD4E7DBAF3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0E7DC-35B4-4C2A-FD73-7246EF2A71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F485C4-F0DF-1F92-E6A8-07769C1F3CED}"/>
              </a:ext>
            </a:extLst>
          </p:cNvPr>
          <p:cNvSpPr>
            <a:spLocks noGrp="1"/>
          </p:cNvSpPr>
          <p:nvPr>
            <p:ph type="sldNum" sz="quarter" idx="5"/>
          </p:nvPr>
        </p:nvSpPr>
        <p:spPr/>
        <p:txBody>
          <a:bodyPr/>
          <a:lstStyle/>
          <a:p>
            <a:fld id="{BD5C5383-4F5E-40F8-A9F1-E0F8AB5AED6C}" type="slidenum">
              <a:rPr lang="en-MY" smtClean="0"/>
              <a:pPr/>
              <a:t>6</a:t>
            </a:fld>
            <a:endParaRPr lang="en-MY"/>
          </a:p>
        </p:txBody>
      </p:sp>
    </p:spTree>
    <p:extLst>
      <p:ext uri="{BB962C8B-B14F-4D97-AF65-F5344CB8AC3E}">
        <p14:creationId xmlns:p14="http://schemas.microsoft.com/office/powerpoint/2010/main" val="2695149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9FE70-CBC2-CC70-C550-B26FEE0A7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A1976-6E71-EC1F-2FDF-8788AC932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47383-9166-C6DD-B827-1DFB89359B06}"/>
              </a:ext>
            </a:extLst>
          </p:cNvPr>
          <p:cNvSpPr>
            <a:spLocks noGrp="1"/>
          </p:cNvSpPr>
          <p:nvPr>
            <p:ph type="body" idx="1"/>
          </p:nvPr>
        </p:nvSpPr>
        <p:spPr/>
        <p:txBody>
          <a:bodyPr/>
          <a:lstStyle/>
          <a:p>
            <a:r>
              <a:rPr lang="en-US" dirty="0"/>
              <a:t>This study is significant because it aims to develop an advanced deep learning model using CNNs to better predict drug–target interactions by integrating heterogamous biological data. By addressing current limitations in data integration, our approach can lead to more accurate and generalizable predictions—ultimately accelerating drug discovery and repurposing efforts in a more efficient and cost-effective way.</a:t>
            </a:r>
          </a:p>
        </p:txBody>
      </p:sp>
      <p:sp>
        <p:nvSpPr>
          <p:cNvPr id="4" name="Slide Number Placeholder 3">
            <a:extLst>
              <a:ext uri="{FF2B5EF4-FFF2-40B4-BE49-F238E27FC236}">
                <a16:creationId xmlns:a16="http://schemas.microsoft.com/office/drawing/2014/main" id="{EC98A47C-B50D-69DE-C1A9-4D8FA7C143FE}"/>
              </a:ext>
            </a:extLst>
          </p:cNvPr>
          <p:cNvSpPr>
            <a:spLocks noGrp="1"/>
          </p:cNvSpPr>
          <p:nvPr>
            <p:ph type="sldNum" sz="quarter" idx="5"/>
          </p:nvPr>
        </p:nvSpPr>
        <p:spPr/>
        <p:txBody>
          <a:bodyPr/>
          <a:lstStyle/>
          <a:p>
            <a:fld id="{BD5C5383-4F5E-40F8-A9F1-E0F8AB5AED6C}" type="slidenum">
              <a:rPr lang="en-MY" smtClean="0"/>
              <a:pPr/>
              <a:t>7</a:t>
            </a:fld>
            <a:endParaRPr lang="en-MY"/>
          </a:p>
        </p:txBody>
      </p:sp>
    </p:spTree>
    <p:extLst>
      <p:ext uri="{BB962C8B-B14F-4D97-AF65-F5344CB8AC3E}">
        <p14:creationId xmlns:p14="http://schemas.microsoft.com/office/powerpoint/2010/main" val="194297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65B1-D39B-41A5-E1A2-E832C1590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7FE14-A310-1EFB-D960-4F68969971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7727AE-5104-6E98-1836-8B1045F3E36D}"/>
              </a:ext>
            </a:extLst>
          </p:cNvPr>
          <p:cNvSpPr>
            <a:spLocks noGrp="1"/>
          </p:cNvSpPr>
          <p:nvPr>
            <p:ph type="body" idx="1"/>
          </p:nvPr>
        </p:nvSpPr>
        <p:spPr/>
        <p:txBody>
          <a:bodyPr/>
          <a:lstStyle/>
          <a:p>
            <a:r>
              <a:rPr lang="en-US" dirty="0"/>
              <a:t>The literature highlights several computational methods for DTI prediction, including molecular docking, ligand-based techniques, and machine learning—especially deep learning models. A key trend is the integration of heterogeneous biological data like drug structures (SMILES), protein sequences (FASTA), pathways, and gene expression. However, combining these diverse sources poses major challenges due to format incompatibility, noise, and data sparsity. These issues underscore the need for models that can effectively learn from and unify complex biological data</a:t>
            </a:r>
          </a:p>
        </p:txBody>
      </p:sp>
      <p:sp>
        <p:nvSpPr>
          <p:cNvPr id="4" name="Slide Number Placeholder 3">
            <a:extLst>
              <a:ext uri="{FF2B5EF4-FFF2-40B4-BE49-F238E27FC236}">
                <a16:creationId xmlns:a16="http://schemas.microsoft.com/office/drawing/2014/main" id="{75EFBAAA-C3BA-8A71-B1ED-6BDDA4B080B4}"/>
              </a:ext>
            </a:extLst>
          </p:cNvPr>
          <p:cNvSpPr>
            <a:spLocks noGrp="1"/>
          </p:cNvSpPr>
          <p:nvPr>
            <p:ph type="sldNum" sz="quarter" idx="5"/>
          </p:nvPr>
        </p:nvSpPr>
        <p:spPr/>
        <p:txBody>
          <a:bodyPr/>
          <a:lstStyle/>
          <a:p>
            <a:fld id="{BD5C5383-4F5E-40F8-A9F1-E0F8AB5AED6C}" type="slidenum">
              <a:rPr lang="en-MY" smtClean="0"/>
              <a:pPr/>
              <a:t>8</a:t>
            </a:fld>
            <a:endParaRPr lang="en-MY"/>
          </a:p>
        </p:txBody>
      </p:sp>
    </p:spTree>
    <p:extLst>
      <p:ext uri="{BB962C8B-B14F-4D97-AF65-F5344CB8AC3E}">
        <p14:creationId xmlns:p14="http://schemas.microsoft.com/office/powerpoint/2010/main" val="3287678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6E368-8D66-7437-395E-AEF9B4826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ECBE0-C8C9-E883-13F0-97AB97B69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483840-5BED-FDC3-8EDD-8DBB15EE5BCA}"/>
              </a:ext>
            </a:extLst>
          </p:cNvPr>
          <p:cNvSpPr>
            <a:spLocks noGrp="1"/>
          </p:cNvSpPr>
          <p:nvPr>
            <p:ph type="body" idx="1"/>
          </p:nvPr>
        </p:nvSpPr>
        <p:spPr/>
        <p:txBody>
          <a:bodyPr/>
          <a:lstStyle/>
          <a:p>
            <a:r>
              <a:rPr lang="en-US" dirty="0"/>
              <a:t>Convolutional Neural Networks (CNNs) are widely used in biological data processing because they can automatically extract meaningful features from sequences and structures. They handle various data formats like 1D sequences, 2D images, and even graph-like structures, enabling end-to-end learning from raw input to DTI prediction. Notably, models like DeepDTA and DeepConv-DTI have used CNNs to process drug SMILES and protein sequences, achieving promising results in drug repurposing tasks, including COVID-19 applications.</a:t>
            </a:r>
          </a:p>
        </p:txBody>
      </p:sp>
      <p:sp>
        <p:nvSpPr>
          <p:cNvPr id="4" name="Slide Number Placeholder 3">
            <a:extLst>
              <a:ext uri="{FF2B5EF4-FFF2-40B4-BE49-F238E27FC236}">
                <a16:creationId xmlns:a16="http://schemas.microsoft.com/office/drawing/2014/main" id="{119781DE-F821-82A7-581E-5F7683712319}"/>
              </a:ext>
            </a:extLst>
          </p:cNvPr>
          <p:cNvSpPr>
            <a:spLocks noGrp="1"/>
          </p:cNvSpPr>
          <p:nvPr>
            <p:ph type="sldNum" sz="quarter" idx="5"/>
          </p:nvPr>
        </p:nvSpPr>
        <p:spPr/>
        <p:txBody>
          <a:bodyPr/>
          <a:lstStyle/>
          <a:p>
            <a:fld id="{BD5C5383-4F5E-40F8-A9F1-E0F8AB5AED6C}" type="slidenum">
              <a:rPr lang="en-MY" smtClean="0"/>
              <a:pPr/>
              <a:t>9</a:t>
            </a:fld>
            <a:endParaRPr lang="en-MY"/>
          </a:p>
        </p:txBody>
      </p:sp>
    </p:spTree>
    <p:extLst>
      <p:ext uri="{BB962C8B-B14F-4D97-AF65-F5344CB8AC3E}">
        <p14:creationId xmlns:p14="http://schemas.microsoft.com/office/powerpoint/2010/main" val="3922262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CE1B5-EE7E-314E-B224-138F347C0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9D8D4-7715-1143-1FAC-B0086B7B6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574F6A-A93C-193A-D1C0-7A93382710F8}"/>
              </a:ext>
            </a:extLst>
          </p:cNvPr>
          <p:cNvSpPr>
            <a:spLocks noGrp="1"/>
          </p:cNvSpPr>
          <p:nvPr>
            <p:ph type="body" idx="1"/>
          </p:nvPr>
        </p:nvSpPr>
        <p:spPr/>
        <p:txBody>
          <a:bodyPr/>
          <a:lstStyle/>
          <a:p>
            <a:r>
              <a:rPr lang="en-US" dirty="0"/>
              <a:t>Our propose</a:t>
            </a:r>
            <a:r>
              <a:rPr lang="en-US" baseline="0" dirty="0"/>
              <a:t> </a:t>
            </a:r>
            <a:r>
              <a:rPr lang="en-US" dirty="0"/>
              <a:t>research design begins with data collection from well-established sources like DrugBank, ChEMBL, and PubChem, which provide drug and target information. The raw data is then preprocessed through steps such as tokenization, encoding, normalization, padding, and reshaping. These steps ensure that the diverse biological inputs are in the right format for the CNN model to learn effectively from them.</a:t>
            </a:r>
          </a:p>
        </p:txBody>
      </p:sp>
      <p:sp>
        <p:nvSpPr>
          <p:cNvPr id="4" name="Slide Number Placeholder 3">
            <a:extLst>
              <a:ext uri="{FF2B5EF4-FFF2-40B4-BE49-F238E27FC236}">
                <a16:creationId xmlns:a16="http://schemas.microsoft.com/office/drawing/2014/main" id="{5E475AE9-5730-1C14-D498-9B080438C6A2}"/>
              </a:ext>
            </a:extLst>
          </p:cNvPr>
          <p:cNvSpPr>
            <a:spLocks noGrp="1"/>
          </p:cNvSpPr>
          <p:nvPr>
            <p:ph type="sldNum" sz="quarter" idx="5"/>
          </p:nvPr>
        </p:nvSpPr>
        <p:spPr/>
        <p:txBody>
          <a:bodyPr/>
          <a:lstStyle/>
          <a:p>
            <a:fld id="{BD5C5383-4F5E-40F8-A9F1-E0F8AB5AED6C}" type="slidenum">
              <a:rPr lang="en-MY" smtClean="0"/>
              <a:pPr/>
              <a:t>10</a:t>
            </a:fld>
            <a:endParaRPr lang="en-MY"/>
          </a:p>
        </p:txBody>
      </p:sp>
    </p:spTree>
    <p:extLst>
      <p:ext uri="{BB962C8B-B14F-4D97-AF65-F5344CB8AC3E}">
        <p14:creationId xmlns:p14="http://schemas.microsoft.com/office/powerpoint/2010/main" val="3164579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629E2-E040-0EBD-0B54-94763BB7D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94782-9804-9359-B776-02B6A4702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065C63-8482-4B04-1E78-60FE7060015C}"/>
              </a:ext>
            </a:extLst>
          </p:cNvPr>
          <p:cNvSpPr>
            <a:spLocks noGrp="1"/>
          </p:cNvSpPr>
          <p:nvPr>
            <p:ph type="body" idx="1"/>
          </p:nvPr>
        </p:nvSpPr>
        <p:spPr/>
        <p:txBody>
          <a:bodyPr/>
          <a:lstStyle/>
          <a:p>
            <a:r>
              <a:rPr lang="en-US" dirty="0"/>
              <a:t>Our CNN architecture is designed with three convolutional blocks followed by two dense layers. This structure allows the model to effectively capture local and hierarchical patterns in both drug and protein representations. By processing SMILES strings and protein sequences in parallel, the model can learn complex interaction features critical for accurate DTI prediction</a:t>
            </a:r>
          </a:p>
        </p:txBody>
      </p:sp>
      <p:sp>
        <p:nvSpPr>
          <p:cNvPr id="4" name="Slide Number Placeholder 3">
            <a:extLst>
              <a:ext uri="{FF2B5EF4-FFF2-40B4-BE49-F238E27FC236}">
                <a16:creationId xmlns:a16="http://schemas.microsoft.com/office/drawing/2014/main" id="{91C2A5C0-9F90-3EBD-DEF0-AF7975024999}"/>
              </a:ext>
            </a:extLst>
          </p:cNvPr>
          <p:cNvSpPr>
            <a:spLocks noGrp="1"/>
          </p:cNvSpPr>
          <p:nvPr>
            <p:ph type="sldNum" sz="quarter" idx="5"/>
          </p:nvPr>
        </p:nvSpPr>
        <p:spPr/>
        <p:txBody>
          <a:bodyPr/>
          <a:lstStyle/>
          <a:p>
            <a:fld id="{BD5C5383-4F5E-40F8-A9F1-E0F8AB5AED6C}" type="slidenum">
              <a:rPr lang="en-MY" smtClean="0"/>
              <a:pPr/>
              <a:t>11</a:t>
            </a:fld>
            <a:endParaRPr lang="en-MY"/>
          </a:p>
        </p:txBody>
      </p:sp>
    </p:spTree>
    <p:extLst>
      <p:ext uri="{BB962C8B-B14F-4D97-AF65-F5344CB8AC3E}">
        <p14:creationId xmlns:p14="http://schemas.microsoft.com/office/powerpoint/2010/main" val="4000669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0C9F0-D92A-343D-E1E1-105E8D37A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09D62-02EA-195A-94DA-D79AC7C15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034D0-69E6-9688-7FEF-EF65CD3DFFC3}"/>
              </a:ext>
            </a:extLst>
          </p:cNvPr>
          <p:cNvSpPr>
            <a:spLocks noGrp="1"/>
          </p:cNvSpPr>
          <p:nvPr>
            <p:ph type="body" idx="1"/>
          </p:nvPr>
        </p:nvSpPr>
        <p:spPr/>
        <p:txBody>
          <a:bodyPr/>
          <a:lstStyle/>
          <a:p>
            <a:r>
              <a:rPr lang="en-US" dirty="0"/>
              <a:t>For the experimental setup, we will use Python with TensorFlow and Keras within the Anaconda environment to build and train our CNN model. To evaluate its performance, we apply standard classification metrics such as: accuracy, precision, recall, and F1-score—providing a comprehensive view of the model’s effectiveness in predicting drug–target interactions.</a:t>
            </a:r>
          </a:p>
        </p:txBody>
      </p:sp>
      <p:sp>
        <p:nvSpPr>
          <p:cNvPr id="4" name="Slide Number Placeholder 3">
            <a:extLst>
              <a:ext uri="{FF2B5EF4-FFF2-40B4-BE49-F238E27FC236}">
                <a16:creationId xmlns:a16="http://schemas.microsoft.com/office/drawing/2014/main" id="{03C71D6F-ADCE-D090-5E1C-83B5DA5D4ABB}"/>
              </a:ext>
            </a:extLst>
          </p:cNvPr>
          <p:cNvSpPr>
            <a:spLocks noGrp="1"/>
          </p:cNvSpPr>
          <p:nvPr>
            <p:ph type="sldNum" sz="quarter" idx="5"/>
          </p:nvPr>
        </p:nvSpPr>
        <p:spPr/>
        <p:txBody>
          <a:bodyPr/>
          <a:lstStyle/>
          <a:p>
            <a:fld id="{BD5C5383-4F5E-40F8-A9F1-E0F8AB5AED6C}" type="slidenum">
              <a:rPr lang="en-MY" smtClean="0"/>
              <a:pPr/>
              <a:t>12</a:t>
            </a:fld>
            <a:endParaRPr lang="en-MY"/>
          </a:p>
        </p:txBody>
      </p:sp>
    </p:spTree>
    <p:extLst>
      <p:ext uri="{BB962C8B-B14F-4D97-AF65-F5344CB8AC3E}">
        <p14:creationId xmlns:p14="http://schemas.microsoft.com/office/powerpoint/2010/main" val="31786932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21086-D878-9E48-1365-05868F950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BA950-D99E-E915-9D38-A89C6CD38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7F2B3-B32C-4EBA-1807-F5256CD10F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BCD1A7-CD12-824A-6402-D5379970CA2F}"/>
              </a:ext>
            </a:extLst>
          </p:cNvPr>
          <p:cNvSpPr>
            <a:spLocks noGrp="1"/>
          </p:cNvSpPr>
          <p:nvPr>
            <p:ph type="sldNum" sz="quarter" idx="5"/>
          </p:nvPr>
        </p:nvSpPr>
        <p:spPr/>
        <p:txBody>
          <a:bodyPr/>
          <a:lstStyle/>
          <a:p>
            <a:fld id="{BD5C5383-4F5E-40F8-A9F1-E0F8AB5AED6C}" type="slidenum">
              <a:rPr lang="en-MY" smtClean="0"/>
              <a:pPr/>
              <a:t>13</a:t>
            </a:fld>
            <a:endParaRPr lang="en-MY"/>
          </a:p>
        </p:txBody>
      </p:sp>
    </p:spTree>
    <p:extLst>
      <p:ext uri="{BB962C8B-B14F-4D97-AF65-F5344CB8AC3E}">
        <p14:creationId xmlns:p14="http://schemas.microsoft.com/office/powerpoint/2010/main" val="1304136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68F68-2E95-97A2-9092-86BDE7FB4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62C10-785A-B528-D865-FCA64D5CD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74B48-D728-A7A8-17BB-3A580343E9E5}"/>
              </a:ext>
            </a:extLst>
          </p:cNvPr>
          <p:cNvSpPr>
            <a:spLocks noGrp="1"/>
          </p:cNvSpPr>
          <p:nvPr>
            <p:ph type="body" idx="1"/>
          </p:nvPr>
        </p:nvSpPr>
        <p:spPr/>
        <p:txBody>
          <a:bodyPr/>
          <a:lstStyle/>
          <a:p>
            <a:r>
              <a:rPr lang="en-US" dirty="0"/>
              <a:t>We expect to develop a CNN-based deep learning framework that effectively integrates diverse biological data types for DTI prediction. The proposed model aims to outperform baseline methods on benchmark datasets. Additionally, our analysis will provide insights into which data types and features contribute most to prediction accuracy—guiding future improvements in computational drug discovery</a:t>
            </a:r>
          </a:p>
        </p:txBody>
      </p:sp>
      <p:sp>
        <p:nvSpPr>
          <p:cNvPr id="4" name="Slide Number Placeholder 3">
            <a:extLst>
              <a:ext uri="{FF2B5EF4-FFF2-40B4-BE49-F238E27FC236}">
                <a16:creationId xmlns:a16="http://schemas.microsoft.com/office/drawing/2014/main" id="{90A169DC-E4BF-87F9-41E9-0C9BEAB1E459}"/>
              </a:ext>
            </a:extLst>
          </p:cNvPr>
          <p:cNvSpPr>
            <a:spLocks noGrp="1"/>
          </p:cNvSpPr>
          <p:nvPr>
            <p:ph type="sldNum" sz="quarter" idx="5"/>
          </p:nvPr>
        </p:nvSpPr>
        <p:spPr/>
        <p:txBody>
          <a:bodyPr/>
          <a:lstStyle/>
          <a:p>
            <a:fld id="{BD5C5383-4F5E-40F8-A9F1-E0F8AB5AED6C}" type="slidenum">
              <a:rPr lang="en-MY" smtClean="0"/>
              <a:pPr/>
              <a:t>14</a:t>
            </a:fld>
            <a:endParaRPr lang="en-MY"/>
          </a:p>
        </p:txBody>
      </p:sp>
    </p:spTree>
    <p:extLst>
      <p:ext uri="{BB962C8B-B14F-4D97-AF65-F5344CB8AC3E}">
        <p14:creationId xmlns:p14="http://schemas.microsoft.com/office/powerpoint/2010/main" val="3177037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08635-3E37-DC68-3405-F368A5D62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DF36D3-BA2E-CF83-C71A-BD9C4EC31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26997-560D-977B-6FC7-7F9BFE4ECB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A30B43-9028-31C2-0B02-212A0E2352D7}"/>
              </a:ext>
            </a:extLst>
          </p:cNvPr>
          <p:cNvSpPr>
            <a:spLocks noGrp="1"/>
          </p:cNvSpPr>
          <p:nvPr>
            <p:ph type="sldNum" sz="quarter" idx="5"/>
          </p:nvPr>
        </p:nvSpPr>
        <p:spPr/>
        <p:txBody>
          <a:bodyPr/>
          <a:lstStyle/>
          <a:p>
            <a:fld id="{BD5C5383-4F5E-40F8-A9F1-E0F8AB5AED6C}" type="slidenum">
              <a:rPr lang="en-MY" smtClean="0"/>
              <a:pPr/>
              <a:t>15</a:t>
            </a:fld>
            <a:endParaRPr lang="en-MY"/>
          </a:p>
        </p:txBody>
      </p:sp>
    </p:spTree>
    <p:extLst>
      <p:ext uri="{BB962C8B-B14F-4D97-AF65-F5344CB8AC3E}">
        <p14:creationId xmlns:p14="http://schemas.microsoft.com/office/powerpoint/2010/main" val="1677265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F3E9A-8992-B36D-6804-D5D1FA14E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941CC-94A5-2B1B-61C9-BA993CFDA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0B1A3-3FA2-4E75-60B4-0D0589E7BF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9A4298-793D-B875-B814-596979D511C8}"/>
              </a:ext>
            </a:extLst>
          </p:cNvPr>
          <p:cNvSpPr>
            <a:spLocks noGrp="1"/>
          </p:cNvSpPr>
          <p:nvPr>
            <p:ph type="sldNum" sz="quarter" idx="5"/>
          </p:nvPr>
        </p:nvSpPr>
        <p:spPr/>
        <p:txBody>
          <a:bodyPr/>
          <a:lstStyle/>
          <a:p>
            <a:fld id="{BD5C5383-4F5E-40F8-A9F1-E0F8AB5AED6C}" type="slidenum">
              <a:rPr lang="en-MY" smtClean="0"/>
              <a:pPr/>
              <a:t>16</a:t>
            </a:fld>
            <a:endParaRPr lang="en-MY"/>
          </a:p>
        </p:txBody>
      </p:sp>
    </p:spTree>
    <p:extLst>
      <p:ext uri="{BB962C8B-B14F-4D97-AF65-F5344CB8AC3E}">
        <p14:creationId xmlns:p14="http://schemas.microsoft.com/office/powerpoint/2010/main" val="3065903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E5A73-BF22-4307-845E-D4854A07FA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3C1107FC-A88D-4E00-9C1D-3B58A0540C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2FAA0CD1-D390-480A-B451-965F59D13F44}"/>
              </a:ext>
            </a:extLst>
          </p:cNvPr>
          <p:cNvSpPr>
            <a:spLocks noGrp="1"/>
          </p:cNvSpPr>
          <p:nvPr>
            <p:ph type="dt" sz="half" idx="10"/>
          </p:nvPr>
        </p:nvSpPr>
        <p:spPr/>
        <p:txBody>
          <a:bodyPr/>
          <a:lstStyle/>
          <a:p>
            <a:fld id="{70ABF4B9-5B67-43D2-AB79-763A78D7CC25}" type="datetime1">
              <a:rPr lang="en-MY" smtClean="0"/>
              <a:t>6/5/2026</a:t>
            </a:fld>
            <a:endParaRPr lang="en-MY"/>
          </a:p>
        </p:txBody>
      </p:sp>
      <p:sp>
        <p:nvSpPr>
          <p:cNvPr id="5" name="Footer Placeholder 4">
            <a:extLst>
              <a:ext uri="{FF2B5EF4-FFF2-40B4-BE49-F238E27FC236}">
                <a16:creationId xmlns:a16="http://schemas.microsoft.com/office/drawing/2014/main" id="{A5E07DC0-814E-4BC0-BA34-A90BB02D271C}"/>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E8F7E38-89C4-4CD5-8E47-3D957153DD02}"/>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1985388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1DF3D-C671-425F-AC90-69D032FB5C7C}"/>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55C64F62-2CC4-4F68-8C92-459A471CA52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D21CC132-CD4E-4ED3-816B-D46C07838284}"/>
              </a:ext>
            </a:extLst>
          </p:cNvPr>
          <p:cNvSpPr>
            <a:spLocks noGrp="1"/>
          </p:cNvSpPr>
          <p:nvPr>
            <p:ph type="dt" sz="half" idx="10"/>
          </p:nvPr>
        </p:nvSpPr>
        <p:spPr/>
        <p:txBody>
          <a:bodyPr/>
          <a:lstStyle/>
          <a:p>
            <a:fld id="{BA389CC8-F2E0-43A1-8A04-1CB70B099BBA}" type="datetime1">
              <a:rPr lang="en-MY" smtClean="0"/>
              <a:t>6/5/2026</a:t>
            </a:fld>
            <a:endParaRPr lang="en-MY"/>
          </a:p>
        </p:txBody>
      </p:sp>
      <p:sp>
        <p:nvSpPr>
          <p:cNvPr id="5" name="Footer Placeholder 4">
            <a:extLst>
              <a:ext uri="{FF2B5EF4-FFF2-40B4-BE49-F238E27FC236}">
                <a16:creationId xmlns:a16="http://schemas.microsoft.com/office/drawing/2014/main" id="{9017398A-80F5-437A-AADB-78B96BD7A95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0CD981DF-FF1E-40FF-8200-C65E43F116E7}"/>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2486718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A0FAA-22EE-4F16-9B82-6E6411B0DE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D47A4DDC-8FE3-46C1-94E5-D920402212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F593470-5D98-4274-8FD5-DD6244A6A7DF}"/>
              </a:ext>
            </a:extLst>
          </p:cNvPr>
          <p:cNvSpPr>
            <a:spLocks noGrp="1"/>
          </p:cNvSpPr>
          <p:nvPr>
            <p:ph type="dt" sz="half" idx="10"/>
          </p:nvPr>
        </p:nvSpPr>
        <p:spPr/>
        <p:txBody>
          <a:bodyPr/>
          <a:lstStyle/>
          <a:p>
            <a:fld id="{7D93431B-0E57-4C45-B900-B14B950B2496}" type="datetime1">
              <a:rPr lang="en-MY" smtClean="0"/>
              <a:t>6/5/2026</a:t>
            </a:fld>
            <a:endParaRPr lang="en-MY"/>
          </a:p>
        </p:txBody>
      </p:sp>
      <p:sp>
        <p:nvSpPr>
          <p:cNvPr id="5" name="Footer Placeholder 4">
            <a:extLst>
              <a:ext uri="{FF2B5EF4-FFF2-40B4-BE49-F238E27FC236}">
                <a16:creationId xmlns:a16="http://schemas.microsoft.com/office/drawing/2014/main" id="{82FD00EA-585A-45FE-8743-4FDBB71FBB5F}"/>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D99BD0D1-5ECE-49B5-9566-5B4A1442859B}"/>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723048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8D323-BE5F-4B61-B5F0-0EFFDB3334A4}"/>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87F1296E-23FD-4AEE-8B0B-F369BF07F00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0B9B8AD3-3462-47C4-9624-BF09B250DF4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68F23814-7B7A-4B55-B33B-8DD7D89494AC}"/>
              </a:ext>
            </a:extLst>
          </p:cNvPr>
          <p:cNvSpPr>
            <a:spLocks noGrp="1"/>
          </p:cNvSpPr>
          <p:nvPr>
            <p:ph type="dt" sz="half" idx="10"/>
          </p:nvPr>
        </p:nvSpPr>
        <p:spPr/>
        <p:txBody>
          <a:bodyPr/>
          <a:lstStyle/>
          <a:p>
            <a:fld id="{7252A40F-85D9-44BB-96ED-6BC2D3AA4D06}" type="datetime1">
              <a:rPr lang="en-MY" smtClean="0"/>
              <a:t>6/5/2026</a:t>
            </a:fld>
            <a:endParaRPr lang="en-MY"/>
          </a:p>
        </p:txBody>
      </p:sp>
      <p:sp>
        <p:nvSpPr>
          <p:cNvPr id="6" name="Footer Placeholder 5">
            <a:extLst>
              <a:ext uri="{FF2B5EF4-FFF2-40B4-BE49-F238E27FC236}">
                <a16:creationId xmlns:a16="http://schemas.microsoft.com/office/drawing/2014/main" id="{54EBA2C6-CD16-4E17-AED3-84896A68AAF6}"/>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5421BD12-57FA-42AA-B637-7459A1F9AE26}"/>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2353643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D1B9-FE3E-4918-836E-5060EFDD832C}"/>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94EEDFE1-DB81-443C-9993-FA99F8A94E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D6592FF-6F42-436B-A72C-4E647F109D5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299AF150-42E2-4EFF-A82D-99B8359E6C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BC0550A-DCAC-44D4-99DD-7EF6DE28309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38AA5C8D-AD6B-41B8-BAE9-2F7638BC3D3F}"/>
              </a:ext>
            </a:extLst>
          </p:cNvPr>
          <p:cNvSpPr>
            <a:spLocks noGrp="1"/>
          </p:cNvSpPr>
          <p:nvPr>
            <p:ph type="dt" sz="half" idx="10"/>
          </p:nvPr>
        </p:nvSpPr>
        <p:spPr/>
        <p:txBody>
          <a:bodyPr/>
          <a:lstStyle/>
          <a:p>
            <a:fld id="{D4E9E90C-7BA8-4E04-B62D-F75C7AC0E18F}" type="datetime1">
              <a:rPr lang="en-MY" smtClean="0"/>
              <a:t>6/5/2026</a:t>
            </a:fld>
            <a:endParaRPr lang="en-MY"/>
          </a:p>
        </p:txBody>
      </p:sp>
      <p:sp>
        <p:nvSpPr>
          <p:cNvPr id="8" name="Footer Placeholder 7">
            <a:extLst>
              <a:ext uri="{FF2B5EF4-FFF2-40B4-BE49-F238E27FC236}">
                <a16:creationId xmlns:a16="http://schemas.microsoft.com/office/drawing/2014/main" id="{2F0CC1AA-B0CC-4B23-8FD9-FD05030C7AF1}"/>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08227EC0-6A7E-401D-AEB2-4E6955ECC7CC}"/>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4008772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7EB24-D591-46B3-B317-F36B57FF4504}"/>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7B61ED96-E565-4EDC-B77E-4A226D0BF162}"/>
              </a:ext>
            </a:extLst>
          </p:cNvPr>
          <p:cNvSpPr>
            <a:spLocks noGrp="1"/>
          </p:cNvSpPr>
          <p:nvPr>
            <p:ph type="dt" sz="half" idx="10"/>
          </p:nvPr>
        </p:nvSpPr>
        <p:spPr/>
        <p:txBody>
          <a:bodyPr/>
          <a:lstStyle/>
          <a:p>
            <a:fld id="{121F63C9-362B-425D-8465-32D36511478B}" type="datetime1">
              <a:rPr lang="en-MY" smtClean="0"/>
              <a:t>6/5/2026</a:t>
            </a:fld>
            <a:endParaRPr lang="en-MY"/>
          </a:p>
        </p:txBody>
      </p:sp>
      <p:sp>
        <p:nvSpPr>
          <p:cNvPr id="4" name="Footer Placeholder 3">
            <a:extLst>
              <a:ext uri="{FF2B5EF4-FFF2-40B4-BE49-F238E27FC236}">
                <a16:creationId xmlns:a16="http://schemas.microsoft.com/office/drawing/2014/main" id="{2451608A-B8A7-4F2A-8320-1693E5F7EAAE}"/>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83D25C36-CD86-42CD-AF11-7A912D6AF02A}"/>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1657863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C66D17-05DE-4A15-9A1E-BCFE3AF14C48}"/>
              </a:ext>
            </a:extLst>
          </p:cNvPr>
          <p:cNvSpPr>
            <a:spLocks noGrp="1"/>
          </p:cNvSpPr>
          <p:nvPr>
            <p:ph type="dt" sz="half" idx="10"/>
          </p:nvPr>
        </p:nvSpPr>
        <p:spPr/>
        <p:txBody>
          <a:bodyPr/>
          <a:lstStyle/>
          <a:p>
            <a:fld id="{B62CD7BA-D552-497C-9B8E-46F86B3F7ED3}" type="datetime1">
              <a:rPr lang="en-MY" smtClean="0"/>
              <a:t>6/5/2026</a:t>
            </a:fld>
            <a:endParaRPr lang="en-MY"/>
          </a:p>
        </p:txBody>
      </p:sp>
      <p:sp>
        <p:nvSpPr>
          <p:cNvPr id="3" name="Footer Placeholder 2">
            <a:extLst>
              <a:ext uri="{FF2B5EF4-FFF2-40B4-BE49-F238E27FC236}">
                <a16:creationId xmlns:a16="http://schemas.microsoft.com/office/drawing/2014/main" id="{18A37EFA-73EF-4F17-B150-0368705EA62B}"/>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506F7280-E89B-41EB-AE99-429E82808F66}"/>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1712861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3CB89-F84D-483A-941C-169403C94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C57F1203-2FD8-41F0-86E8-E6242C9715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D1BD2E98-9129-4DBE-A727-EB3ED2BE8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E6CBDD1-6772-42E3-888C-CA6EA8051DCA}"/>
              </a:ext>
            </a:extLst>
          </p:cNvPr>
          <p:cNvSpPr>
            <a:spLocks noGrp="1"/>
          </p:cNvSpPr>
          <p:nvPr>
            <p:ph type="dt" sz="half" idx="10"/>
          </p:nvPr>
        </p:nvSpPr>
        <p:spPr/>
        <p:txBody>
          <a:bodyPr/>
          <a:lstStyle/>
          <a:p>
            <a:fld id="{28E48120-AA77-4207-BB75-BB931DF1B870}" type="datetime1">
              <a:rPr lang="en-MY" smtClean="0"/>
              <a:t>6/5/2026</a:t>
            </a:fld>
            <a:endParaRPr lang="en-MY"/>
          </a:p>
        </p:txBody>
      </p:sp>
      <p:sp>
        <p:nvSpPr>
          <p:cNvPr id="6" name="Footer Placeholder 5">
            <a:extLst>
              <a:ext uri="{FF2B5EF4-FFF2-40B4-BE49-F238E27FC236}">
                <a16:creationId xmlns:a16="http://schemas.microsoft.com/office/drawing/2014/main" id="{914F37E2-971F-460C-BB8C-F03C042602F4}"/>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37F8A7C2-D604-4CBF-893A-F88CEBBB18EC}"/>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1443626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8B40B-A320-4CA1-A47C-E6CEE40FAD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C0B0E14A-9F38-414D-9F32-056E4CB5B7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C211954C-85F1-4DB0-A77B-8D163EA1C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9541ADC-FB42-430F-8242-932F15EC469E}"/>
              </a:ext>
            </a:extLst>
          </p:cNvPr>
          <p:cNvSpPr>
            <a:spLocks noGrp="1"/>
          </p:cNvSpPr>
          <p:nvPr>
            <p:ph type="dt" sz="half" idx="10"/>
          </p:nvPr>
        </p:nvSpPr>
        <p:spPr/>
        <p:txBody>
          <a:bodyPr/>
          <a:lstStyle/>
          <a:p>
            <a:fld id="{0832AFC6-7B21-4057-8E2E-2D6263302875}" type="datetime1">
              <a:rPr lang="en-MY" smtClean="0"/>
              <a:t>6/5/2026</a:t>
            </a:fld>
            <a:endParaRPr lang="en-MY"/>
          </a:p>
        </p:txBody>
      </p:sp>
      <p:sp>
        <p:nvSpPr>
          <p:cNvPr id="6" name="Footer Placeholder 5">
            <a:extLst>
              <a:ext uri="{FF2B5EF4-FFF2-40B4-BE49-F238E27FC236}">
                <a16:creationId xmlns:a16="http://schemas.microsoft.com/office/drawing/2014/main" id="{77DE4D9C-0EE2-4DBE-A9E2-1587D51D904A}"/>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5A8BFC84-A025-4E77-9DE8-318511DDA282}"/>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651316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65293-29AE-40CA-8F10-6B83BB5213BA}"/>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701E0F8E-A9F3-4F05-A035-063F7F80FFC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340615D2-D0B6-4F68-93B8-C5EC77F0F181}"/>
              </a:ext>
            </a:extLst>
          </p:cNvPr>
          <p:cNvSpPr>
            <a:spLocks noGrp="1"/>
          </p:cNvSpPr>
          <p:nvPr>
            <p:ph type="dt" sz="half" idx="10"/>
          </p:nvPr>
        </p:nvSpPr>
        <p:spPr/>
        <p:txBody>
          <a:bodyPr/>
          <a:lstStyle/>
          <a:p>
            <a:fld id="{E5D558D1-3DB6-446E-8963-2F5075499E5D}" type="datetime1">
              <a:rPr lang="en-MY" smtClean="0"/>
              <a:t>6/5/2026</a:t>
            </a:fld>
            <a:endParaRPr lang="en-MY"/>
          </a:p>
        </p:txBody>
      </p:sp>
      <p:sp>
        <p:nvSpPr>
          <p:cNvPr id="5" name="Footer Placeholder 4">
            <a:extLst>
              <a:ext uri="{FF2B5EF4-FFF2-40B4-BE49-F238E27FC236}">
                <a16:creationId xmlns:a16="http://schemas.microsoft.com/office/drawing/2014/main" id="{441D7DE2-5DBC-4C3C-B6E1-5A5AAF62044E}"/>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A4DB5CB-B5C7-4215-9DEC-DEE6A37B7817}"/>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510049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427DFF-B718-4A1A-BB2C-9C45292485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ACB300EE-8F83-44D5-92B6-CDAC44FB2EC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FEEBB87-42B6-422E-8166-410B4AD4E4D5}"/>
              </a:ext>
            </a:extLst>
          </p:cNvPr>
          <p:cNvSpPr>
            <a:spLocks noGrp="1"/>
          </p:cNvSpPr>
          <p:nvPr>
            <p:ph type="dt" sz="half" idx="10"/>
          </p:nvPr>
        </p:nvSpPr>
        <p:spPr/>
        <p:txBody>
          <a:bodyPr/>
          <a:lstStyle/>
          <a:p>
            <a:fld id="{C39242A4-4E4B-420E-93EE-7676504ECF91}" type="datetime1">
              <a:rPr lang="en-MY" smtClean="0"/>
              <a:t>6/5/2026</a:t>
            </a:fld>
            <a:endParaRPr lang="en-MY"/>
          </a:p>
        </p:txBody>
      </p:sp>
      <p:sp>
        <p:nvSpPr>
          <p:cNvPr id="5" name="Footer Placeholder 4">
            <a:extLst>
              <a:ext uri="{FF2B5EF4-FFF2-40B4-BE49-F238E27FC236}">
                <a16:creationId xmlns:a16="http://schemas.microsoft.com/office/drawing/2014/main" id="{0ED71F83-1FA4-4B04-A6A2-43F27E40CF7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EED15AC4-C2E2-4AD5-9F07-1C1249D3CFDB}"/>
              </a:ext>
            </a:extLst>
          </p:cNvPr>
          <p:cNvSpPr>
            <a:spLocks noGrp="1"/>
          </p:cNvSpPr>
          <p:nvPr>
            <p:ph type="sldNum" sz="quarter" idx="12"/>
          </p:nvPr>
        </p:nvSpPr>
        <p:spPr/>
        <p:txBody>
          <a:bodyPr/>
          <a:lstStyle/>
          <a:p>
            <a:fld id="{EA0BABC1-04C8-4496-87CC-8745EAB9250E}" type="slidenum">
              <a:rPr lang="en-MY" smtClean="0"/>
              <a:pPr/>
              <a:t>‹#›</a:t>
            </a:fld>
            <a:endParaRPr lang="en-MY"/>
          </a:p>
        </p:txBody>
      </p:sp>
    </p:spTree>
    <p:extLst>
      <p:ext uri="{BB962C8B-B14F-4D97-AF65-F5344CB8AC3E}">
        <p14:creationId xmlns:p14="http://schemas.microsoft.com/office/powerpoint/2010/main" val="1553185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52DCFC-E0DA-4B96-A223-300396312C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782B7BD9-0839-4053-8D54-A153B416C9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E9EE0C7-0350-4ADA-BB7E-F255B75ACE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942176-F4EA-4C8E-A2FA-DBB66BE2C112}" type="datetime1">
              <a:rPr lang="en-MY" smtClean="0"/>
              <a:t>6/5/2026</a:t>
            </a:fld>
            <a:endParaRPr lang="en-MY"/>
          </a:p>
        </p:txBody>
      </p:sp>
      <p:sp>
        <p:nvSpPr>
          <p:cNvPr id="5" name="Footer Placeholder 4">
            <a:extLst>
              <a:ext uri="{FF2B5EF4-FFF2-40B4-BE49-F238E27FC236}">
                <a16:creationId xmlns:a16="http://schemas.microsoft.com/office/drawing/2014/main" id="{F7052E20-2616-44D5-BEA1-AE53509978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29530572-CF51-4E6E-A581-77CDEA86C8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0BABC1-04C8-4496-87CC-8745EAB9250E}" type="slidenum">
              <a:rPr lang="en-MY" smtClean="0"/>
              <a:pPr/>
              <a:t>‹#›</a:t>
            </a:fld>
            <a:endParaRPr lang="en-MY"/>
          </a:p>
        </p:txBody>
      </p:sp>
    </p:spTree>
    <p:extLst>
      <p:ext uri="{BB962C8B-B14F-4D97-AF65-F5344CB8AC3E}">
        <p14:creationId xmlns:p14="http://schemas.microsoft.com/office/powerpoint/2010/main" val="3361007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7.png"/><Relationship Id="rId5" Type="http://schemas.openxmlformats.org/officeDocument/2006/relationships/diagramQuickStyle" Target="../diagrams/quickStyle1.xml"/><Relationship Id="rId10" Type="http://schemas.openxmlformats.org/officeDocument/2006/relationships/image" Target="../media/image6.gif"/><Relationship Id="rId4" Type="http://schemas.openxmlformats.org/officeDocument/2006/relationships/diagramLayout" Target="../diagrams/layout1.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doi.org/10.48550/arXiv.2504.20103"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58544A-5874-40D8-81BC-2FEA00291857}"/>
              </a:ext>
            </a:extLst>
          </p:cNvPr>
          <p:cNvSpPr>
            <a:spLocks noGrp="1"/>
          </p:cNvSpPr>
          <p:nvPr>
            <p:ph type="sldNum" sz="quarter" idx="12"/>
          </p:nvPr>
        </p:nvSpPr>
        <p:spPr/>
        <p:txBody>
          <a:bodyPr/>
          <a:lstStyle/>
          <a:p>
            <a:fld id="{EA0BABC1-04C8-4496-87CC-8745EAB9250E}" type="slidenum">
              <a:rPr lang="en-MY" smtClean="0"/>
              <a:pPr/>
              <a:t>1</a:t>
            </a:fld>
            <a:endParaRPr lang="en-MY"/>
          </a:p>
        </p:txBody>
      </p:sp>
      <p:pic>
        <p:nvPicPr>
          <p:cNvPr id="9" name="Picture 8">
            <a:extLst>
              <a:ext uri="{FF2B5EF4-FFF2-40B4-BE49-F238E27FC236}">
                <a16:creationId xmlns:a16="http://schemas.microsoft.com/office/drawing/2014/main" id="{7D401E8F-E957-458C-AA91-ABE3C5227AD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4000"/>
                    </a14:imgEffect>
                  </a14:imgLayer>
                </a14:imgProps>
              </a:ext>
            </a:extLst>
          </a:blip>
          <a:stretch>
            <a:fillRect/>
          </a:stretch>
        </p:blipFill>
        <p:spPr>
          <a:xfrm>
            <a:off x="-8330" y="-94887"/>
            <a:ext cx="12185944" cy="6829425"/>
          </a:xfrm>
          <a:prstGeom prst="rect">
            <a:avLst/>
          </a:prstGeom>
        </p:spPr>
      </p:pic>
      <p:sp>
        <p:nvSpPr>
          <p:cNvPr id="7" name="TextBox 6">
            <a:extLst>
              <a:ext uri="{FF2B5EF4-FFF2-40B4-BE49-F238E27FC236}">
                <a16:creationId xmlns:a16="http://schemas.microsoft.com/office/drawing/2014/main" id="{0158B03E-2FA5-49AE-8167-43B55F3AC698}"/>
              </a:ext>
            </a:extLst>
          </p:cNvPr>
          <p:cNvSpPr txBox="1"/>
          <p:nvPr/>
        </p:nvSpPr>
        <p:spPr>
          <a:xfrm>
            <a:off x="4758430" y="136525"/>
            <a:ext cx="5456237" cy="646331"/>
          </a:xfrm>
          <a:prstGeom prst="rect">
            <a:avLst/>
          </a:prstGeom>
          <a:noFill/>
        </p:spPr>
        <p:txBody>
          <a:bodyPr wrap="none" rtlCol="0">
            <a:spAutoFit/>
          </a:bodyPr>
          <a:lstStyle/>
          <a:p>
            <a:r>
              <a:rPr lang="en-US" b="1" dirty="0">
                <a:solidFill>
                  <a:srgbClr val="99CC00"/>
                </a:solidFill>
                <a:effectLst>
                  <a:outerShdw blurRad="38100" dist="38100" dir="2700000" algn="tl">
                    <a:srgbClr val="000000">
                      <a:alpha val="43137"/>
                    </a:srgbClr>
                  </a:outerShdw>
                </a:effectLst>
                <a:latin typeface="Amasis MT Pro Medium" panose="02040604050005020304" pitchFamily="18" charset="0"/>
              </a:rPr>
              <a:t>SCHOOL OF COMPUTER SCIENCES</a:t>
            </a:r>
          </a:p>
          <a:p>
            <a:r>
              <a:rPr lang="en-US" dirty="0">
                <a:latin typeface="Amasis MT Pro Medium" panose="02040604050005020304" pitchFamily="18" charset="0"/>
              </a:rPr>
              <a:t>RESEARCH PROPOSAL [SEMESTER 2 2025/2026]</a:t>
            </a:r>
          </a:p>
        </p:txBody>
      </p:sp>
      <p:sp>
        <p:nvSpPr>
          <p:cNvPr id="10" name="object 9">
            <a:extLst>
              <a:ext uri="{FF2B5EF4-FFF2-40B4-BE49-F238E27FC236}">
                <a16:creationId xmlns:a16="http://schemas.microsoft.com/office/drawing/2014/main" id="{6D1EFA20-54C8-403F-A43D-F7BBF114D74C}"/>
              </a:ext>
            </a:extLst>
          </p:cNvPr>
          <p:cNvSpPr txBox="1"/>
          <p:nvPr/>
        </p:nvSpPr>
        <p:spPr>
          <a:xfrm>
            <a:off x="288758" y="1455820"/>
            <a:ext cx="11875793" cy="5265655"/>
          </a:xfrm>
          <a:prstGeom prst="rect">
            <a:avLst/>
          </a:prstGeom>
        </p:spPr>
        <p:txBody>
          <a:bodyPr wrap="square" lIns="0" tIns="17526" rIns="0" bIns="0" rtlCol="0">
            <a:noAutofit/>
          </a:bodyPr>
          <a:lstStyle/>
          <a:p>
            <a:pPr algn="ctr"/>
            <a:r>
              <a:rPr lang="en-US" sz="3200" b="1" spc="-5" dirty="0">
                <a:latin typeface="Times New Roman"/>
                <a:cs typeface="Times New Roman"/>
              </a:rPr>
              <a:t>Enhanced Drug-Target Interaction Prediction Through Hybrid Deep Learning Approaches</a:t>
            </a:r>
          </a:p>
          <a:p>
            <a:pPr algn="ctr"/>
            <a:endParaRPr lang="en-US" sz="3200" b="1" spc="-5" dirty="0">
              <a:latin typeface="Times New Roman"/>
              <a:cs typeface="Times New Roman"/>
            </a:endParaRPr>
          </a:p>
          <a:p>
            <a:pPr algn="ctr"/>
            <a:endParaRPr lang="en-US" sz="3200" b="1" spc="-5" dirty="0">
              <a:latin typeface="Times New Roman"/>
              <a:cs typeface="Times New Roman"/>
            </a:endParaRPr>
          </a:p>
          <a:p>
            <a:pPr marL="75022" marR="92858" lvl="0" algn="ctr">
              <a:lnSpc>
                <a:spcPts val="2345"/>
              </a:lnSpc>
            </a:pPr>
            <a:r>
              <a:rPr lang="en-US" sz="2200" b="1" spc="-14" dirty="0">
                <a:solidFill>
                  <a:prstClr val="black"/>
                </a:solidFill>
                <a:latin typeface="Times New Roman"/>
                <a:cs typeface="Times New Roman"/>
              </a:rPr>
              <a:t>PRESENTER: </a:t>
            </a:r>
            <a:r>
              <a:rPr lang="en-US" sz="2800" b="1" spc="-5" dirty="0">
                <a:solidFill>
                  <a:prstClr val="black"/>
                </a:solidFill>
                <a:latin typeface="Times New Roman"/>
                <a:cs typeface="Times New Roman"/>
              </a:rPr>
              <a:t>Jamila Abdul-Hadi </a:t>
            </a:r>
          </a:p>
          <a:p>
            <a:pPr marL="75022" marR="92858" lvl="0" algn="ctr">
              <a:lnSpc>
                <a:spcPts val="2345"/>
              </a:lnSpc>
            </a:pPr>
            <a:r>
              <a:rPr lang="en-US" sz="2200" b="1" dirty="0">
                <a:solidFill>
                  <a:prstClr val="black"/>
                </a:solidFill>
                <a:latin typeface="Times New Roman"/>
                <a:cs typeface="Times New Roman"/>
              </a:rPr>
              <a:t>MATRIC NUMBER: </a:t>
            </a:r>
            <a:r>
              <a:rPr lang="en-US" sz="2800" b="1" spc="-5" dirty="0">
                <a:solidFill>
                  <a:prstClr val="black"/>
                </a:solidFill>
                <a:latin typeface="Times New Roman"/>
                <a:cs typeface="Times New Roman"/>
              </a:rPr>
              <a:t>24100625</a:t>
            </a:r>
          </a:p>
          <a:p>
            <a:pPr marL="12700" algn="ctr">
              <a:lnSpc>
                <a:spcPts val="2760"/>
              </a:lnSpc>
            </a:pPr>
            <a:endParaRPr lang="en-US" sz="2200" b="1" spc="-5" dirty="0">
              <a:latin typeface="Times New Roman"/>
              <a:cs typeface="Times New Roman"/>
            </a:endParaRPr>
          </a:p>
          <a:p>
            <a:pPr marL="165984" marR="116853" algn="ctr">
              <a:lnSpc>
                <a:spcPts val="2345"/>
              </a:lnSpc>
            </a:pPr>
            <a:r>
              <a:rPr lang="en-US" sz="2200" b="1" spc="-22" dirty="0">
                <a:latin typeface="Times New Roman"/>
                <a:cs typeface="Times New Roman"/>
              </a:rPr>
              <a:t>SUPERVISOR:  </a:t>
            </a:r>
          </a:p>
          <a:p>
            <a:pPr marL="165984" marR="116853" algn="ctr">
              <a:lnSpc>
                <a:spcPts val="2345"/>
              </a:lnSpc>
            </a:pPr>
            <a:r>
              <a:rPr lang="en-US" sz="2800" b="1" spc="-5" dirty="0">
                <a:latin typeface="Times New Roman"/>
                <a:cs typeface="Times New Roman"/>
              </a:rPr>
              <a:t>Assoc. Prof. Dr. Nurul Hashimah Ahamed Hassain Malim</a:t>
            </a:r>
          </a:p>
          <a:p>
            <a:pPr marL="75022" marR="92858" algn="ctr">
              <a:lnSpc>
                <a:spcPts val="2345"/>
              </a:lnSpc>
              <a:spcBef>
                <a:spcPts val="647"/>
              </a:spcBef>
            </a:pPr>
            <a:endParaRPr lang="en-US" sz="2200" b="1" spc="-5" dirty="0">
              <a:latin typeface="Times New Roman"/>
              <a:cs typeface="Times New Roman"/>
            </a:endParaRPr>
          </a:p>
          <a:p>
            <a:pPr algn="ctr">
              <a:lnSpc>
                <a:spcPct val="95825"/>
              </a:lnSpc>
              <a:spcBef>
                <a:spcPts val="647"/>
              </a:spcBef>
            </a:pPr>
            <a:r>
              <a:rPr lang="en-US" sz="2200" b="1" spc="-11" dirty="0">
                <a:latin typeface="Times New Roman"/>
                <a:cs typeface="Times New Roman"/>
              </a:rPr>
              <a:t>PROGRAM: PhD </a:t>
            </a:r>
            <a:endParaRPr lang="en-US" sz="2200" dirty="0">
              <a:latin typeface="Times New Roman"/>
              <a:cs typeface="Times New Roman"/>
            </a:endParaRPr>
          </a:p>
        </p:txBody>
      </p:sp>
      <p:sp>
        <p:nvSpPr>
          <p:cNvPr id="11" name="object 8">
            <a:extLst>
              <a:ext uri="{FF2B5EF4-FFF2-40B4-BE49-F238E27FC236}">
                <a16:creationId xmlns:a16="http://schemas.microsoft.com/office/drawing/2014/main" id="{939F9AAB-7750-4211-9A06-31B3D1878BA2}"/>
              </a:ext>
            </a:extLst>
          </p:cNvPr>
          <p:cNvSpPr txBox="1"/>
          <p:nvPr/>
        </p:nvSpPr>
        <p:spPr>
          <a:xfrm>
            <a:off x="1447846" y="1928855"/>
            <a:ext cx="2189553" cy="712611"/>
          </a:xfrm>
          <a:prstGeom prst="rect">
            <a:avLst/>
          </a:prstGeom>
        </p:spPr>
        <p:txBody>
          <a:bodyPr wrap="square" lIns="0" tIns="17526" rIns="0" bIns="0" rtlCol="0">
            <a:noAutofit/>
          </a:bodyPr>
          <a:lstStyle/>
          <a:p>
            <a:pPr marL="12700">
              <a:lnSpc>
                <a:spcPts val="2760"/>
              </a:lnSpc>
            </a:pPr>
            <a:endParaRPr sz="2600" dirty="0">
              <a:latin typeface="Times New Roman"/>
              <a:cs typeface="Times New Roman"/>
            </a:endParaRPr>
          </a:p>
        </p:txBody>
      </p:sp>
      <p:sp>
        <p:nvSpPr>
          <p:cNvPr id="17" name="object 2">
            <a:extLst>
              <a:ext uri="{FF2B5EF4-FFF2-40B4-BE49-F238E27FC236}">
                <a16:creationId xmlns:a16="http://schemas.microsoft.com/office/drawing/2014/main" id="{C9015615-1747-43A3-BCDC-97407FC299D5}"/>
              </a:ext>
            </a:extLst>
          </p:cNvPr>
          <p:cNvSpPr txBox="1"/>
          <p:nvPr/>
        </p:nvSpPr>
        <p:spPr>
          <a:xfrm>
            <a:off x="5002671" y="4524748"/>
            <a:ext cx="2137816" cy="722703"/>
          </a:xfrm>
          <a:prstGeom prst="rect">
            <a:avLst/>
          </a:prstGeom>
        </p:spPr>
        <p:txBody>
          <a:bodyPr wrap="square" lIns="0" tIns="14890" rIns="0" bIns="0" rtlCol="0">
            <a:noAutofit/>
          </a:bodyPr>
          <a:lstStyle/>
          <a:p>
            <a:pPr marL="165984" marR="116853" algn="ctr">
              <a:lnSpc>
                <a:spcPts val="2345"/>
              </a:lnSpc>
            </a:pPr>
            <a:endParaRPr sz="2200" dirty="0">
              <a:latin typeface="Times New Roman"/>
              <a:cs typeface="Times New Roman"/>
            </a:endParaRPr>
          </a:p>
        </p:txBody>
      </p:sp>
    </p:spTree>
    <p:extLst>
      <p:ext uri="{BB962C8B-B14F-4D97-AF65-F5344CB8AC3E}">
        <p14:creationId xmlns:p14="http://schemas.microsoft.com/office/powerpoint/2010/main" val="123272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24D50-7ED7-B92A-670A-50E9D4DEAD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8BD2FE-9558-5834-CB4C-FBCA4641E4E8}"/>
              </a:ext>
            </a:extLst>
          </p:cNvPr>
          <p:cNvSpPr>
            <a:spLocks noGrp="1"/>
          </p:cNvSpPr>
          <p:nvPr>
            <p:ph type="sldNum" sz="quarter" idx="12"/>
          </p:nvPr>
        </p:nvSpPr>
        <p:spPr/>
        <p:txBody>
          <a:bodyPr/>
          <a:lstStyle/>
          <a:p>
            <a:fld id="{EA0BABC1-04C8-4496-87CC-8745EAB9250E}" type="slidenum">
              <a:rPr lang="en-MY" smtClean="0">
                <a:solidFill>
                  <a:prstClr val="black">
                    <a:tint val="75000"/>
                  </a:prstClr>
                </a:solidFill>
              </a:rPr>
              <a:pPr/>
              <a:t>2</a:t>
            </a:fld>
            <a:endParaRPr lang="en-MY">
              <a:solidFill>
                <a:prstClr val="black">
                  <a:tint val="75000"/>
                </a:prstClr>
              </a:solidFill>
            </a:endParaRPr>
          </a:p>
        </p:txBody>
      </p:sp>
      <p:pic>
        <p:nvPicPr>
          <p:cNvPr id="6" name="Picture 5">
            <a:extLst>
              <a:ext uri="{FF2B5EF4-FFF2-40B4-BE49-F238E27FC236}">
                <a16:creationId xmlns:a16="http://schemas.microsoft.com/office/drawing/2014/main" id="{1C0D7E89-6A8C-6264-EE79-6B05C2917C85}"/>
              </a:ext>
            </a:extLst>
          </p:cNvPr>
          <p:cNvPicPr>
            <a:picLocks noChangeAspect="1"/>
          </p:cNvPicPr>
          <p:nvPr/>
        </p:nvPicPr>
        <p:blipFill>
          <a:blip r:embed="rId3"/>
          <a:stretch>
            <a:fillRect/>
          </a:stretch>
        </p:blipFill>
        <p:spPr>
          <a:xfrm>
            <a:off x="0" y="42456"/>
            <a:ext cx="12196115" cy="6851944"/>
          </a:xfrm>
          <a:prstGeom prst="rect">
            <a:avLst/>
          </a:prstGeom>
          <a:solidFill>
            <a:schemeClr val="accent1"/>
          </a:solidFill>
        </p:spPr>
      </p:pic>
      <p:sp>
        <p:nvSpPr>
          <p:cNvPr id="18" name="object 30">
            <a:extLst>
              <a:ext uri="{FF2B5EF4-FFF2-40B4-BE49-F238E27FC236}">
                <a16:creationId xmlns:a16="http://schemas.microsoft.com/office/drawing/2014/main" id="{3C8417F5-86E7-18F0-F64E-5C915D061A34}"/>
              </a:ext>
            </a:extLst>
          </p:cNvPr>
          <p:cNvSpPr/>
          <p:nvPr/>
        </p:nvSpPr>
        <p:spPr>
          <a:xfrm>
            <a:off x="6007923" y="4182761"/>
            <a:ext cx="719328" cy="720851"/>
          </a:xfrm>
          <a:custGeom>
            <a:avLst/>
            <a:gdLst/>
            <a:ahLst/>
            <a:cxnLst/>
            <a:rect l="l" t="t" r="r" b="b"/>
            <a:pathLst>
              <a:path w="719327" h="720851">
                <a:moveTo>
                  <a:pt x="0" y="360425"/>
                </a:moveTo>
                <a:lnTo>
                  <a:pt x="359664" y="0"/>
                </a:lnTo>
                <a:lnTo>
                  <a:pt x="719328" y="360425"/>
                </a:lnTo>
                <a:lnTo>
                  <a:pt x="359664" y="720851"/>
                </a:lnTo>
                <a:lnTo>
                  <a:pt x="0" y="360425"/>
                </a:lnTo>
                <a:close/>
              </a:path>
            </a:pathLst>
          </a:custGeom>
          <a:ln w="12700">
            <a:solidFill>
              <a:srgbClr val="EBDAFA"/>
            </a:solidFill>
          </a:ln>
        </p:spPr>
        <p:txBody>
          <a:bodyPr wrap="square" lIns="0" tIns="0" rIns="0" bIns="0" rtlCol="0">
            <a:noAutofit/>
          </a:bodyPr>
          <a:lstStyle/>
          <a:p>
            <a:endParaRPr>
              <a:solidFill>
                <a:prstClr val="black"/>
              </a:solidFill>
            </a:endParaRPr>
          </a:p>
        </p:txBody>
      </p:sp>
      <p:sp>
        <p:nvSpPr>
          <p:cNvPr id="21" name="object 16">
            <a:extLst>
              <a:ext uri="{FF2B5EF4-FFF2-40B4-BE49-F238E27FC236}">
                <a16:creationId xmlns:a16="http://schemas.microsoft.com/office/drawing/2014/main" id="{5F44683E-80AD-57C5-E9E1-5B1C23509C15}"/>
              </a:ext>
            </a:extLst>
          </p:cNvPr>
          <p:cNvSpPr txBox="1"/>
          <p:nvPr/>
        </p:nvSpPr>
        <p:spPr>
          <a:xfrm>
            <a:off x="1302255" y="1896058"/>
            <a:ext cx="289890" cy="432308"/>
          </a:xfrm>
          <a:prstGeom prst="rect">
            <a:avLst/>
          </a:prstGeom>
        </p:spPr>
        <p:txBody>
          <a:bodyPr wrap="square" lIns="0" tIns="21399" rIns="0" bIns="0" rtlCol="0">
            <a:noAutofit/>
          </a:bodyPr>
          <a:lstStyle/>
          <a:p>
            <a:pPr marL="12700">
              <a:lnSpc>
                <a:spcPts val="3370"/>
              </a:lnSpc>
            </a:pPr>
            <a:endParaRPr sz="3200" dirty="0">
              <a:solidFill>
                <a:prstClr val="black"/>
              </a:solidFill>
              <a:latin typeface="Times New Roman"/>
              <a:cs typeface="Times New Roman"/>
            </a:endParaRPr>
          </a:p>
        </p:txBody>
      </p:sp>
      <p:sp>
        <p:nvSpPr>
          <p:cNvPr id="22" name="object 15">
            <a:extLst>
              <a:ext uri="{FF2B5EF4-FFF2-40B4-BE49-F238E27FC236}">
                <a16:creationId xmlns:a16="http://schemas.microsoft.com/office/drawing/2014/main" id="{10DAD1B8-3736-D6BE-AFD8-2A381FD52822}"/>
              </a:ext>
            </a:extLst>
          </p:cNvPr>
          <p:cNvSpPr txBox="1"/>
          <p:nvPr/>
        </p:nvSpPr>
        <p:spPr>
          <a:xfrm>
            <a:off x="6253641" y="1896058"/>
            <a:ext cx="289890" cy="432308"/>
          </a:xfrm>
          <a:prstGeom prst="rect">
            <a:avLst/>
          </a:prstGeom>
        </p:spPr>
        <p:txBody>
          <a:bodyPr wrap="square" lIns="0" tIns="21399" rIns="0" bIns="0" rtlCol="0">
            <a:noAutofit/>
          </a:bodyPr>
          <a:lstStyle/>
          <a:p>
            <a:pPr marL="12700">
              <a:lnSpc>
                <a:spcPts val="3370"/>
              </a:lnSpc>
            </a:pPr>
            <a:r>
              <a:rPr sz="3200" b="1" dirty="0">
                <a:solidFill>
                  <a:srgbClr val="FFFFFF"/>
                </a:solidFill>
                <a:latin typeface="Times New Roman"/>
                <a:cs typeface="Times New Roman"/>
              </a:rPr>
              <a:t>5</a:t>
            </a:r>
            <a:endParaRPr sz="3200">
              <a:solidFill>
                <a:prstClr val="black"/>
              </a:solidFill>
              <a:latin typeface="Times New Roman"/>
              <a:cs typeface="Times New Roman"/>
            </a:endParaRPr>
          </a:p>
        </p:txBody>
      </p:sp>
      <p:sp>
        <p:nvSpPr>
          <p:cNvPr id="23" name="object 14">
            <a:extLst>
              <a:ext uri="{FF2B5EF4-FFF2-40B4-BE49-F238E27FC236}">
                <a16:creationId xmlns:a16="http://schemas.microsoft.com/office/drawing/2014/main" id="{C33F6523-E197-1C86-490D-149A096E5204}"/>
              </a:ext>
            </a:extLst>
          </p:cNvPr>
          <p:cNvSpPr txBox="1"/>
          <p:nvPr/>
        </p:nvSpPr>
        <p:spPr>
          <a:xfrm>
            <a:off x="2046902" y="1910181"/>
            <a:ext cx="3533500" cy="330200"/>
          </a:xfrm>
          <a:prstGeom prst="rect">
            <a:avLst/>
          </a:prstGeom>
        </p:spPr>
        <p:txBody>
          <a:bodyPr wrap="square" lIns="0" tIns="16192" rIns="0" bIns="0" rtlCol="0">
            <a:noAutofit/>
          </a:bodyPr>
          <a:lstStyle/>
          <a:p>
            <a:pPr marL="12700">
              <a:lnSpc>
                <a:spcPts val="2550"/>
              </a:lnSpc>
            </a:pPr>
            <a:r>
              <a:rPr lang="en-US" sz="2400" spc="-1" dirty="0">
                <a:solidFill>
                  <a:prstClr val="black"/>
                </a:solidFill>
                <a:latin typeface="Times New Roman"/>
                <a:cs typeface="Times New Roman"/>
              </a:rPr>
              <a:t>Introduction &amp; Background</a:t>
            </a:r>
            <a:endParaRPr sz="2400" dirty="0">
              <a:solidFill>
                <a:prstClr val="black"/>
              </a:solidFill>
              <a:latin typeface="Times New Roman"/>
              <a:cs typeface="Times New Roman"/>
            </a:endParaRPr>
          </a:p>
        </p:txBody>
      </p:sp>
      <p:sp>
        <p:nvSpPr>
          <p:cNvPr id="24" name="object 12">
            <a:extLst>
              <a:ext uri="{FF2B5EF4-FFF2-40B4-BE49-F238E27FC236}">
                <a16:creationId xmlns:a16="http://schemas.microsoft.com/office/drawing/2014/main" id="{1C11CEF2-4486-2376-082C-467AE331B545}"/>
              </a:ext>
            </a:extLst>
          </p:cNvPr>
          <p:cNvSpPr txBox="1"/>
          <p:nvPr/>
        </p:nvSpPr>
        <p:spPr>
          <a:xfrm>
            <a:off x="1302255" y="3124115"/>
            <a:ext cx="289890" cy="432308"/>
          </a:xfrm>
          <a:prstGeom prst="rect">
            <a:avLst/>
          </a:prstGeom>
        </p:spPr>
        <p:txBody>
          <a:bodyPr wrap="square" lIns="0" tIns="21399" rIns="0" bIns="0" rtlCol="0">
            <a:noAutofit/>
          </a:bodyPr>
          <a:lstStyle/>
          <a:p>
            <a:pPr marL="12700">
              <a:lnSpc>
                <a:spcPts val="3370"/>
              </a:lnSpc>
            </a:pPr>
            <a:r>
              <a:rPr sz="3200" b="1" dirty="0">
                <a:solidFill>
                  <a:srgbClr val="FFFFFF"/>
                </a:solidFill>
                <a:latin typeface="Times New Roman"/>
                <a:cs typeface="Times New Roman"/>
              </a:rPr>
              <a:t>2</a:t>
            </a:r>
            <a:endParaRPr sz="3200" dirty="0">
              <a:solidFill>
                <a:prstClr val="black"/>
              </a:solidFill>
              <a:latin typeface="Times New Roman"/>
              <a:cs typeface="Times New Roman"/>
            </a:endParaRPr>
          </a:p>
        </p:txBody>
      </p:sp>
      <p:sp>
        <p:nvSpPr>
          <p:cNvPr id="25" name="object 11">
            <a:extLst>
              <a:ext uri="{FF2B5EF4-FFF2-40B4-BE49-F238E27FC236}">
                <a16:creationId xmlns:a16="http://schemas.microsoft.com/office/drawing/2014/main" id="{1618F7B6-46F5-9479-9F68-DE0F268004B7}"/>
              </a:ext>
            </a:extLst>
          </p:cNvPr>
          <p:cNvSpPr txBox="1"/>
          <p:nvPr/>
        </p:nvSpPr>
        <p:spPr>
          <a:xfrm>
            <a:off x="6253641" y="3124115"/>
            <a:ext cx="289890" cy="432308"/>
          </a:xfrm>
          <a:prstGeom prst="rect">
            <a:avLst/>
          </a:prstGeom>
        </p:spPr>
        <p:txBody>
          <a:bodyPr wrap="square" lIns="0" tIns="21399" rIns="0" bIns="0" rtlCol="0">
            <a:noAutofit/>
          </a:bodyPr>
          <a:lstStyle/>
          <a:p>
            <a:pPr marL="12700">
              <a:lnSpc>
                <a:spcPts val="3370"/>
              </a:lnSpc>
            </a:pPr>
            <a:r>
              <a:rPr sz="3200" b="1" dirty="0">
                <a:solidFill>
                  <a:srgbClr val="FFFFFF"/>
                </a:solidFill>
                <a:latin typeface="Times New Roman"/>
                <a:cs typeface="Times New Roman"/>
              </a:rPr>
              <a:t>6</a:t>
            </a:r>
            <a:endParaRPr sz="3200" dirty="0">
              <a:solidFill>
                <a:prstClr val="black"/>
              </a:solidFill>
              <a:latin typeface="Times New Roman"/>
              <a:cs typeface="Times New Roman"/>
            </a:endParaRPr>
          </a:p>
        </p:txBody>
      </p:sp>
      <p:sp>
        <p:nvSpPr>
          <p:cNvPr id="26" name="object 10">
            <a:extLst>
              <a:ext uri="{FF2B5EF4-FFF2-40B4-BE49-F238E27FC236}">
                <a16:creationId xmlns:a16="http://schemas.microsoft.com/office/drawing/2014/main" id="{9303A671-1026-7BBB-933A-B9AF3FAAFA82}"/>
              </a:ext>
            </a:extLst>
          </p:cNvPr>
          <p:cNvSpPr txBox="1"/>
          <p:nvPr/>
        </p:nvSpPr>
        <p:spPr>
          <a:xfrm>
            <a:off x="2046902" y="3165946"/>
            <a:ext cx="2397576" cy="330200"/>
          </a:xfrm>
          <a:prstGeom prst="rect">
            <a:avLst/>
          </a:prstGeom>
        </p:spPr>
        <p:txBody>
          <a:bodyPr wrap="square" lIns="0" tIns="16192" rIns="0" bIns="0" rtlCol="0">
            <a:noAutofit/>
          </a:bodyPr>
          <a:lstStyle/>
          <a:p>
            <a:pPr marL="12700">
              <a:lnSpc>
                <a:spcPts val="2550"/>
              </a:lnSpc>
            </a:pPr>
            <a:r>
              <a:rPr lang="en-US" sz="2400" spc="-1" dirty="0">
                <a:solidFill>
                  <a:prstClr val="black"/>
                </a:solidFill>
                <a:latin typeface="Times New Roman"/>
                <a:cs typeface="Times New Roman"/>
              </a:rPr>
              <a:t>Problem Statement</a:t>
            </a:r>
            <a:endParaRPr sz="2400" dirty="0">
              <a:solidFill>
                <a:prstClr val="black"/>
              </a:solidFill>
              <a:latin typeface="Times New Roman"/>
              <a:cs typeface="Times New Roman"/>
            </a:endParaRPr>
          </a:p>
        </p:txBody>
      </p:sp>
      <p:sp>
        <p:nvSpPr>
          <p:cNvPr id="27" name="object 9">
            <a:extLst>
              <a:ext uri="{FF2B5EF4-FFF2-40B4-BE49-F238E27FC236}">
                <a16:creationId xmlns:a16="http://schemas.microsoft.com/office/drawing/2014/main" id="{D0BB18CC-BC1C-F312-618D-00CF56CC4158}"/>
              </a:ext>
            </a:extLst>
          </p:cNvPr>
          <p:cNvSpPr txBox="1"/>
          <p:nvPr/>
        </p:nvSpPr>
        <p:spPr>
          <a:xfrm>
            <a:off x="6998285" y="3138228"/>
            <a:ext cx="4621059" cy="330200"/>
          </a:xfrm>
          <a:prstGeom prst="rect">
            <a:avLst/>
          </a:prstGeom>
        </p:spPr>
        <p:txBody>
          <a:bodyPr wrap="square" lIns="0" tIns="16192" rIns="0" bIns="0" rtlCol="0">
            <a:noAutofit/>
          </a:bodyPr>
          <a:lstStyle/>
          <a:p>
            <a:pPr marL="12700">
              <a:lnSpc>
                <a:spcPts val="2550"/>
              </a:lnSpc>
            </a:pPr>
            <a:r>
              <a:rPr lang="en-US" sz="2400" spc="-9" dirty="0">
                <a:solidFill>
                  <a:prstClr val="black"/>
                </a:solidFill>
                <a:latin typeface="Times New Roman"/>
                <a:cs typeface="Times New Roman"/>
              </a:rPr>
              <a:t>Methodology, Timeline &amp; Milestones</a:t>
            </a:r>
          </a:p>
        </p:txBody>
      </p:sp>
      <p:sp>
        <p:nvSpPr>
          <p:cNvPr id="28" name="object 7">
            <a:extLst>
              <a:ext uri="{FF2B5EF4-FFF2-40B4-BE49-F238E27FC236}">
                <a16:creationId xmlns:a16="http://schemas.microsoft.com/office/drawing/2014/main" id="{92790B08-7F02-7A77-88BC-D8CD5773BDC0}"/>
              </a:ext>
            </a:extLst>
          </p:cNvPr>
          <p:cNvSpPr txBox="1"/>
          <p:nvPr/>
        </p:nvSpPr>
        <p:spPr>
          <a:xfrm>
            <a:off x="1302255" y="4352173"/>
            <a:ext cx="289890" cy="432307"/>
          </a:xfrm>
          <a:prstGeom prst="rect">
            <a:avLst/>
          </a:prstGeom>
        </p:spPr>
        <p:txBody>
          <a:bodyPr wrap="square" lIns="0" tIns="21399" rIns="0" bIns="0" rtlCol="0">
            <a:noAutofit/>
          </a:bodyPr>
          <a:lstStyle/>
          <a:p>
            <a:pPr marL="12700">
              <a:lnSpc>
                <a:spcPts val="3370"/>
              </a:lnSpc>
            </a:pPr>
            <a:r>
              <a:rPr sz="3200" b="1" dirty="0">
                <a:solidFill>
                  <a:srgbClr val="FFFFFF"/>
                </a:solidFill>
                <a:latin typeface="Times New Roman"/>
                <a:cs typeface="Times New Roman"/>
              </a:rPr>
              <a:t>3</a:t>
            </a:r>
            <a:endParaRPr sz="3200" dirty="0">
              <a:solidFill>
                <a:prstClr val="black"/>
              </a:solidFill>
              <a:latin typeface="Times New Roman"/>
              <a:cs typeface="Times New Roman"/>
            </a:endParaRPr>
          </a:p>
        </p:txBody>
      </p:sp>
      <p:sp>
        <p:nvSpPr>
          <p:cNvPr id="29" name="object 6">
            <a:extLst>
              <a:ext uri="{FF2B5EF4-FFF2-40B4-BE49-F238E27FC236}">
                <a16:creationId xmlns:a16="http://schemas.microsoft.com/office/drawing/2014/main" id="{50C9943E-CF84-F9F0-978B-EAF87CBBB294}"/>
              </a:ext>
            </a:extLst>
          </p:cNvPr>
          <p:cNvSpPr txBox="1"/>
          <p:nvPr/>
        </p:nvSpPr>
        <p:spPr>
          <a:xfrm>
            <a:off x="6253641" y="4352173"/>
            <a:ext cx="289890" cy="432307"/>
          </a:xfrm>
          <a:prstGeom prst="rect">
            <a:avLst/>
          </a:prstGeom>
        </p:spPr>
        <p:txBody>
          <a:bodyPr wrap="square" lIns="0" tIns="21399" rIns="0" bIns="0" rtlCol="0">
            <a:noAutofit/>
          </a:bodyPr>
          <a:lstStyle/>
          <a:p>
            <a:pPr marL="12700">
              <a:lnSpc>
                <a:spcPts val="3370"/>
              </a:lnSpc>
            </a:pPr>
            <a:r>
              <a:rPr sz="3200" b="1" dirty="0">
                <a:solidFill>
                  <a:srgbClr val="FFFFFF"/>
                </a:solidFill>
                <a:latin typeface="Times New Roman"/>
                <a:cs typeface="Times New Roman"/>
              </a:rPr>
              <a:t>7</a:t>
            </a:r>
            <a:endParaRPr sz="3200" dirty="0">
              <a:solidFill>
                <a:prstClr val="black"/>
              </a:solidFill>
              <a:latin typeface="Times New Roman"/>
              <a:cs typeface="Times New Roman"/>
            </a:endParaRPr>
          </a:p>
        </p:txBody>
      </p:sp>
      <p:sp>
        <p:nvSpPr>
          <p:cNvPr id="30" name="object 5">
            <a:extLst>
              <a:ext uri="{FF2B5EF4-FFF2-40B4-BE49-F238E27FC236}">
                <a16:creationId xmlns:a16="http://schemas.microsoft.com/office/drawing/2014/main" id="{3501462D-A571-31B2-0880-699E3A8891C4}"/>
              </a:ext>
            </a:extLst>
          </p:cNvPr>
          <p:cNvSpPr txBox="1"/>
          <p:nvPr/>
        </p:nvSpPr>
        <p:spPr>
          <a:xfrm>
            <a:off x="2046902" y="4394004"/>
            <a:ext cx="2568927" cy="330200"/>
          </a:xfrm>
          <a:prstGeom prst="rect">
            <a:avLst/>
          </a:prstGeom>
        </p:spPr>
        <p:txBody>
          <a:bodyPr wrap="square" lIns="0" tIns="16192" rIns="0" bIns="0" rtlCol="0">
            <a:noAutofit/>
          </a:bodyPr>
          <a:lstStyle/>
          <a:p>
            <a:pPr marL="12700">
              <a:lnSpc>
                <a:spcPts val="2550"/>
              </a:lnSpc>
            </a:pPr>
            <a:r>
              <a:rPr lang="en-US" sz="2400" dirty="0">
                <a:solidFill>
                  <a:prstClr val="black"/>
                </a:solidFill>
                <a:latin typeface="Times New Roman"/>
                <a:cs typeface="Times New Roman"/>
              </a:rPr>
              <a:t>Objectives</a:t>
            </a:r>
            <a:endParaRPr sz="2400" dirty="0">
              <a:solidFill>
                <a:prstClr val="black"/>
              </a:solidFill>
              <a:latin typeface="Times New Roman"/>
              <a:cs typeface="Times New Roman"/>
            </a:endParaRPr>
          </a:p>
        </p:txBody>
      </p:sp>
      <p:sp>
        <p:nvSpPr>
          <p:cNvPr id="31" name="object 4">
            <a:extLst>
              <a:ext uri="{FF2B5EF4-FFF2-40B4-BE49-F238E27FC236}">
                <a16:creationId xmlns:a16="http://schemas.microsoft.com/office/drawing/2014/main" id="{86C76456-FC3C-278A-4473-1E2C7D5B4CB1}"/>
              </a:ext>
            </a:extLst>
          </p:cNvPr>
          <p:cNvSpPr txBox="1"/>
          <p:nvPr/>
        </p:nvSpPr>
        <p:spPr>
          <a:xfrm>
            <a:off x="6892921" y="5589480"/>
            <a:ext cx="1425911" cy="330200"/>
          </a:xfrm>
          <a:prstGeom prst="rect">
            <a:avLst/>
          </a:prstGeom>
        </p:spPr>
        <p:txBody>
          <a:bodyPr wrap="square" lIns="0" tIns="16192" rIns="0" bIns="0" rtlCol="0">
            <a:noAutofit/>
          </a:bodyPr>
          <a:lstStyle/>
          <a:p>
            <a:pPr marL="12700">
              <a:lnSpc>
                <a:spcPts val="2550"/>
              </a:lnSpc>
            </a:pPr>
            <a:r>
              <a:rPr sz="2400" dirty="0">
                <a:solidFill>
                  <a:prstClr val="black"/>
                </a:solidFill>
                <a:latin typeface="Times New Roman"/>
                <a:cs typeface="Times New Roman"/>
              </a:rPr>
              <a:t>References</a:t>
            </a:r>
          </a:p>
        </p:txBody>
      </p:sp>
      <p:sp>
        <p:nvSpPr>
          <p:cNvPr id="32" name="object 3">
            <a:extLst>
              <a:ext uri="{FF2B5EF4-FFF2-40B4-BE49-F238E27FC236}">
                <a16:creationId xmlns:a16="http://schemas.microsoft.com/office/drawing/2014/main" id="{4E793998-9DDE-880D-5EE6-6F1821716775}"/>
              </a:ext>
            </a:extLst>
          </p:cNvPr>
          <p:cNvSpPr txBox="1"/>
          <p:nvPr/>
        </p:nvSpPr>
        <p:spPr>
          <a:xfrm>
            <a:off x="1302255" y="5580231"/>
            <a:ext cx="289890" cy="432307"/>
          </a:xfrm>
          <a:prstGeom prst="rect">
            <a:avLst/>
          </a:prstGeom>
        </p:spPr>
        <p:txBody>
          <a:bodyPr wrap="square" lIns="0" tIns="21399" rIns="0" bIns="0" rtlCol="0">
            <a:noAutofit/>
          </a:bodyPr>
          <a:lstStyle/>
          <a:p>
            <a:pPr marL="12700">
              <a:lnSpc>
                <a:spcPts val="3370"/>
              </a:lnSpc>
            </a:pPr>
            <a:r>
              <a:rPr sz="3200" b="1" dirty="0">
                <a:solidFill>
                  <a:srgbClr val="FFFFFF"/>
                </a:solidFill>
                <a:latin typeface="Times New Roman"/>
                <a:cs typeface="Times New Roman"/>
              </a:rPr>
              <a:t>4</a:t>
            </a:r>
            <a:endParaRPr sz="3200" dirty="0">
              <a:solidFill>
                <a:prstClr val="black"/>
              </a:solidFill>
              <a:latin typeface="Times New Roman"/>
              <a:cs typeface="Times New Roman"/>
            </a:endParaRPr>
          </a:p>
        </p:txBody>
      </p:sp>
      <p:sp>
        <p:nvSpPr>
          <p:cNvPr id="33" name="object 2">
            <a:extLst>
              <a:ext uri="{FF2B5EF4-FFF2-40B4-BE49-F238E27FC236}">
                <a16:creationId xmlns:a16="http://schemas.microsoft.com/office/drawing/2014/main" id="{73FC21D0-0961-10DC-D3A0-FD8477C6D11D}"/>
              </a:ext>
            </a:extLst>
          </p:cNvPr>
          <p:cNvSpPr txBox="1"/>
          <p:nvPr/>
        </p:nvSpPr>
        <p:spPr>
          <a:xfrm>
            <a:off x="2046902" y="5622062"/>
            <a:ext cx="2394964" cy="330200"/>
          </a:xfrm>
          <a:prstGeom prst="rect">
            <a:avLst/>
          </a:prstGeom>
        </p:spPr>
        <p:txBody>
          <a:bodyPr wrap="square" lIns="0" tIns="16192" rIns="0" bIns="0" rtlCol="0">
            <a:noAutofit/>
          </a:bodyPr>
          <a:lstStyle/>
          <a:p>
            <a:pPr marL="12700">
              <a:lnSpc>
                <a:spcPts val="2550"/>
              </a:lnSpc>
            </a:pPr>
            <a:r>
              <a:rPr lang="en-US" sz="2400" dirty="0">
                <a:solidFill>
                  <a:prstClr val="black"/>
                </a:solidFill>
                <a:latin typeface="Times New Roman"/>
                <a:cs typeface="Times New Roman"/>
              </a:rPr>
              <a:t>Scope</a:t>
            </a:r>
            <a:endParaRPr sz="2400" dirty="0">
              <a:solidFill>
                <a:prstClr val="black"/>
              </a:solidFill>
              <a:latin typeface="Times New Roman"/>
              <a:cs typeface="Times New Roman"/>
            </a:endParaRPr>
          </a:p>
        </p:txBody>
      </p:sp>
      <p:sp>
        <p:nvSpPr>
          <p:cNvPr id="34" name="object 17">
            <a:extLst>
              <a:ext uri="{FF2B5EF4-FFF2-40B4-BE49-F238E27FC236}">
                <a16:creationId xmlns:a16="http://schemas.microsoft.com/office/drawing/2014/main" id="{E1F1E202-9382-D2BD-BCBE-F4B0CC812590}"/>
              </a:ext>
            </a:extLst>
          </p:cNvPr>
          <p:cNvSpPr txBox="1"/>
          <p:nvPr/>
        </p:nvSpPr>
        <p:spPr>
          <a:xfrm>
            <a:off x="4402216" y="345614"/>
            <a:ext cx="6317414" cy="482600"/>
          </a:xfrm>
          <a:prstGeom prst="rect">
            <a:avLst/>
          </a:prstGeom>
        </p:spPr>
        <p:txBody>
          <a:bodyPr wrap="square" lIns="0" tIns="23971" rIns="0" bIns="0" rtlCol="0">
            <a:noAutofit/>
          </a:bodyPr>
          <a:lstStyle/>
          <a:p>
            <a:pPr marL="12700">
              <a:lnSpc>
                <a:spcPts val="3775"/>
              </a:lnSpc>
            </a:pPr>
            <a:r>
              <a:rPr sz="2800" b="1" spc="-3" dirty="0">
                <a:solidFill>
                  <a:schemeClr val="accent2">
                    <a:lumMod val="50000"/>
                  </a:schemeClr>
                </a:solidFill>
                <a:latin typeface="Times New Roman"/>
                <a:cs typeface="Times New Roman"/>
              </a:rPr>
              <a:t>Presentation Outline</a:t>
            </a:r>
            <a:endParaRPr sz="2800" dirty="0">
              <a:solidFill>
                <a:schemeClr val="accent2">
                  <a:lumMod val="50000"/>
                </a:schemeClr>
              </a:solidFill>
              <a:latin typeface="Times New Roman"/>
              <a:cs typeface="Times New Roman"/>
            </a:endParaRPr>
          </a:p>
        </p:txBody>
      </p:sp>
      <p:sp>
        <p:nvSpPr>
          <p:cNvPr id="35" name="object 9">
            <a:extLst>
              <a:ext uri="{FF2B5EF4-FFF2-40B4-BE49-F238E27FC236}">
                <a16:creationId xmlns:a16="http://schemas.microsoft.com/office/drawing/2014/main" id="{4B4A5795-171F-C064-FC2E-3C2877A5323B}"/>
              </a:ext>
            </a:extLst>
          </p:cNvPr>
          <p:cNvSpPr txBox="1"/>
          <p:nvPr/>
        </p:nvSpPr>
        <p:spPr>
          <a:xfrm>
            <a:off x="6972969" y="1921398"/>
            <a:ext cx="1674337" cy="330200"/>
          </a:xfrm>
          <a:prstGeom prst="rect">
            <a:avLst/>
          </a:prstGeom>
        </p:spPr>
        <p:txBody>
          <a:bodyPr wrap="square" lIns="0" tIns="16192" rIns="0" bIns="0" rtlCol="0">
            <a:noAutofit/>
          </a:bodyPr>
          <a:lstStyle/>
          <a:p>
            <a:pPr marL="12700">
              <a:lnSpc>
                <a:spcPts val="2550"/>
              </a:lnSpc>
            </a:pPr>
            <a:endParaRPr sz="2400" dirty="0">
              <a:solidFill>
                <a:prstClr val="black"/>
              </a:solidFill>
              <a:latin typeface="Times New Roman"/>
              <a:cs typeface="Times New Roman"/>
            </a:endParaRPr>
          </a:p>
        </p:txBody>
      </p:sp>
      <p:sp>
        <p:nvSpPr>
          <p:cNvPr id="3" name="object 6">
            <a:extLst>
              <a:ext uri="{FF2B5EF4-FFF2-40B4-BE49-F238E27FC236}">
                <a16:creationId xmlns:a16="http://schemas.microsoft.com/office/drawing/2014/main" id="{98635FE3-3A4E-FED9-5786-EDC9E4036B58}"/>
              </a:ext>
            </a:extLst>
          </p:cNvPr>
          <p:cNvSpPr txBox="1"/>
          <p:nvPr/>
        </p:nvSpPr>
        <p:spPr>
          <a:xfrm>
            <a:off x="6258484" y="5519955"/>
            <a:ext cx="289890" cy="432307"/>
          </a:xfrm>
          <a:prstGeom prst="rect">
            <a:avLst/>
          </a:prstGeom>
        </p:spPr>
        <p:txBody>
          <a:bodyPr wrap="square" lIns="0" tIns="21399" rIns="0" bIns="0" rtlCol="0">
            <a:noAutofit/>
          </a:bodyPr>
          <a:lstStyle/>
          <a:p>
            <a:pPr marL="12700">
              <a:lnSpc>
                <a:spcPts val="3370"/>
              </a:lnSpc>
            </a:pPr>
            <a:r>
              <a:rPr lang="en-US" sz="3200" b="1" dirty="0">
                <a:solidFill>
                  <a:srgbClr val="FFFFFF"/>
                </a:solidFill>
                <a:latin typeface="Times New Roman"/>
                <a:cs typeface="Times New Roman"/>
              </a:rPr>
              <a:t>8</a:t>
            </a:r>
            <a:endParaRPr sz="3200" dirty="0">
              <a:solidFill>
                <a:prstClr val="black"/>
              </a:solidFill>
              <a:latin typeface="Times New Roman"/>
              <a:cs typeface="Times New Roman"/>
            </a:endParaRPr>
          </a:p>
        </p:txBody>
      </p:sp>
      <p:sp>
        <p:nvSpPr>
          <p:cNvPr id="5" name="object 4">
            <a:extLst>
              <a:ext uri="{FF2B5EF4-FFF2-40B4-BE49-F238E27FC236}">
                <a16:creationId xmlns:a16="http://schemas.microsoft.com/office/drawing/2014/main" id="{A5016F4F-4F23-A61A-1C6B-A31DCA8D2EBC}"/>
              </a:ext>
            </a:extLst>
          </p:cNvPr>
          <p:cNvSpPr txBox="1"/>
          <p:nvPr/>
        </p:nvSpPr>
        <p:spPr>
          <a:xfrm>
            <a:off x="6975389" y="4396520"/>
            <a:ext cx="2528821" cy="330200"/>
          </a:xfrm>
          <a:prstGeom prst="rect">
            <a:avLst/>
          </a:prstGeom>
        </p:spPr>
        <p:txBody>
          <a:bodyPr wrap="square" lIns="0" tIns="16192" rIns="0" bIns="0" rtlCol="0">
            <a:noAutofit/>
          </a:bodyPr>
          <a:lstStyle/>
          <a:p>
            <a:pPr marL="12700">
              <a:lnSpc>
                <a:spcPts val="2550"/>
              </a:lnSpc>
            </a:pPr>
            <a:r>
              <a:rPr lang="en-US" sz="2400" dirty="0">
                <a:solidFill>
                  <a:prstClr val="black"/>
                </a:solidFill>
                <a:latin typeface="Times New Roman"/>
                <a:cs typeface="Times New Roman"/>
              </a:rPr>
              <a:t>Expected Outcomes</a:t>
            </a:r>
            <a:endParaRPr sz="2400" dirty="0">
              <a:solidFill>
                <a:prstClr val="black"/>
              </a:solidFill>
              <a:latin typeface="Times New Roman"/>
              <a:cs typeface="Times New Roman"/>
            </a:endParaRPr>
          </a:p>
        </p:txBody>
      </p:sp>
      <p:sp>
        <p:nvSpPr>
          <p:cNvPr id="36" name="object 9">
            <a:extLst>
              <a:ext uri="{FF2B5EF4-FFF2-40B4-BE49-F238E27FC236}">
                <a16:creationId xmlns:a16="http://schemas.microsoft.com/office/drawing/2014/main" id="{FCFA7D9E-1FD8-7CC6-FC24-1E9C1076525F}"/>
              </a:ext>
            </a:extLst>
          </p:cNvPr>
          <p:cNvSpPr txBox="1"/>
          <p:nvPr/>
        </p:nvSpPr>
        <p:spPr>
          <a:xfrm>
            <a:off x="6993669" y="1914420"/>
            <a:ext cx="3826724" cy="330200"/>
          </a:xfrm>
          <a:prstGeom prst="rect">
            <a:avLst/>
          </a:prstGeom>
        </p:spPr>
        <p:txBody>
          <a:bodyPr wrap="square" lIns="0" tIns="16192" rIns="0" bIns="0" rtlCol="0">
            <a:noAutofit/>
          </a:bodyPr>
          <a:lstStyle/>
          <a:p>
            <a:pPr marL="12700">
              <a:lnSpc>
                <a:spcPts val="2550"/>
              </a:lnSpc>
            </a:pPr>
            <a:r>
              <a:rPr lang="en-US" sz="2400" spc="-9" dirty="0">
                <a:solidFill>
                  <a:prstClr val="black"/>
                </a:solidFill>
                <a:latin typeface="Times New Roman"/>
                <a:cs typeface="Times New Roman"/>
              </a:rPr>
              <a:t>Overview of Literature Review</a:t>
            </a:r>
          </a:p>
        </p:txBody>
      </p:sp>
      <p:sp>
        <p:nvSpPr>
          <p:cNvPr id="39" name="Flowchart: Connector 38">
            <a:extLst>
              <a:ext uri="{FF2B5EF4-FFF2-40B4-BE49-F238E27FC236}">
                <a16:creationId xmlns:a16="http://schemas.microsoft.com/office/drawing/2014/main" id="{2EF0A0AD-2C01-C98D-99A6-02055C91B817}"/>
              </a:ext>
            </a:extLst>
          </p:cNvPr>
          <p:cNvSpPr/>
          <p:nvPr/>
        </p:nvSpPr>
        <p:spPr>
          <a:xfrm>
            <a:off x="1056130" y="1726074"/>
            <a:ext cx="807051" cy="67345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t>
            </a:r>
          </a:p>
        </p:txBody>
      </p:sp>
      <p:sp>
        <p:nvSpPr>
          <p:cNvPr id="40" name="Rectangle 39">
            <a:extLst>
              <a:ext uri="{FF2B5EF4-FFF2-40B4-BE49-F238E27FC236}">
                <a16:creationId xmlns:a16="http://schemas.microsoft.com/office/drawing/2014/main" id="{C4F65F26-DAE4-F919-877D-42B0BAB17548}"/>
              </a:ext>
            </a:extLst>
          </p:cNvPr>
          <p:cNvSpPr/>
          <p:nvPr/>
        </p:nvSpPr>
        <p:spPr>
          <a:xfrm>
            <a:off x="1056130" y="2399528"/>
            <a:ext cx="848083" cy="2757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New time roman"/>
              </a:rPr>
              <a:t>1</a:t>
            </a:r>
          </a:p>
        </p:txBody>
      </p:sp>
      <p:sp>
        <p:nvSpPr>
          <p:cNvPr id="20" name="Flowchart: Connector 19">
            <a:extLst>
              <a:ext uri="{FF2B5EF4-FFF2-40B4-BE49-F238E27FC236}">
                <a16:creationId xmlns:a16="http://schemas.microsoft.com/office/drawing/2014/main" id="{9905FF9F-1A64-CE35-1480-28768868D495}"/>
              </a:ext>
            </a:extLst>
          </p:cNvPr>
          <p:cNvSpPr/>
          <p:nvPr/>
        </p:nvSpPr>
        <p:spPr>
          <a:xfrm>
            <a:off x="5995060" y="4074713"/>
            <a:ext cx="807051" cy="673454"/>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a:t>
            </a:r>
            <a:endParaRPr lang="en-US" dirty="0"/>
          </a:p>
        </p:txBody>
      </p:sp>
      <p:sp>
        <p:nvSpPr>
          <p:cNvPr id="37" name="Flowchart: Connector 36">
            <a:extLst>
              <a:ext uri="{FF2B5EF4-FFF2-40B4-BE49-F238E27FC236}">
                <a16:creationId xmlns:a16="http://schemas.microsoft.com/office/drawing/2014/main" id="{948ABB7F-881F-5861-635C-DA9F442FDCE6}"/>
              </a:ext>
            </a:extLst>
          </p:cNvPr>
          <p:cNvSpPr/>
          <p:nvPr/>
        </p:nvSpPr>
        <p:spPr>
          <a:xfrm>
            <a:off x="1097121" y="5332265"/>
            <a:ext cx="807051" cy="673454"/>
          </a:xfrm>
          <a:prstGeom prst="flowChartConnector">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solidFill>
                  <a:srgbClr val="000000"/>
                </a:solidFill>
                <a:latin typeface="Calibri" pitchFamily="34" charset="0"/>
                <a:ea typeface="Calibri" pitchFamily="34" charset="-122"/>
                <a:cs typeface="Calibri" pitchFamily="34" charset="-120"/>
              </a:rPr>
              <a:t>📚</a:t>
            </a:r>
            <a:endParaRPr lang="en-US" dirty="0"/>
          </a:p>
        </p:txBody>
      </p:sp>
      <p:sp>
        <p:nvSpPr>
          <p:cNvPr id="38" name="Flowchart: Connector 37">
            <a:extLst>
              <a:ext uri="{FF2B5EF4-FFF2-40B4-BE49-F238E27FC236}">
                <a16:creationId xmlns:a16="http://schemas.microsoft.com/office/drawing/2014/main" id="{C1E8FB57-468D-3A35-B5F2-95C999B627A5}"/>
              </a:ext>
            </a:extLst>
          </p:cNvPr>
          <p:cNvSpPr/>
          <p:nvPr/>
        </p:nvSpPr>
        <p:spPr>
          <a:xfrm>
            <a:off x="5913596" y="5269221"/>
            <a:ext cx="807051" cy="673454"/>
          </a:xfrm>
          <a:prstGeom prst="flowChartConnector">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E5C53F16-EC51-9DA3-3746-43CAE87B7C0C}"/>
              </a:ext>
            </a:extLst>
          </p:cNvPr>
          <p:cNvSpPr/>
          <p:nvPr/>
        </p:nvSpPr>
        <p:spPr>
          <a:xfrm>
            <a:off x="1043633" y="4138066"/>
            <a:ext cx="807051" cy="673454"/>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a:t>
            </a:r>
          </a:p>
        </p:txBody>
      </p:sp>
      <p:sp>
        <p:nvSpPr>
          <p:cNvPr id="42" name="Flowchart: Connector 41">
            <a:extLst>
              <a:ext uri="{FF2B5EF4-FFF2-40B4-BE49-F238E27FC236}">
                <a16:creationId xmlns:a16="http://schemas.microsoft.com/office/drawing/2014/main" id="{358A0EDB-A84C-482B-97DA-23E7AD60B987}"/>
              </a:ext>
            </a:extLst>
          </p:cNvPr>
          <p:cNvSpPr/>
          <p:nvPr/>
        </p:nvSpPr>
        <p:spPr>
          <a:xfrm>
            <a:off x="6011151" y="2774141"/>
            <a:ext cx="807051" cy="673454"/>
          </a:xfrm>
          <a:prstGeom prst="flowChartConnector">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t>🏗️</a:t>
            </a:r>
            <a:endParaRPr lang="en-US" dirty="0"/>
          </a:p>
        </p:txBody>
      </p:sp>
      <p:sp>
        <p:nvSpPr>
          <p:cNvPr id="43" name="Flowchart: Connector 42">
            <a:extLst>
              <a:ext uri="{FF2B5EF4-FFF2-40B4-BE49-F238E27FC236}">
                <a16:creationId xmlns:a16="http://schemas.microsoft.com/office/drawing/2014/main" id="{07858076-B4CD-7810-14B8-0DB02C823BB1}"/>
              </a:ext>
            </a:extLst>
          </p:cNvPr>
          <p:cNvSpPr/>
          <p:nvPr/>
        </p:nvSpPr>
        <p:spPr>
          <a:xfrm>
            <a:off x="1043674" y="2877177"/>
            <a:ext cx="807051" cy="673454"/>
          </a:xfrm>
          <a:prstGeom prst="flowChartConnector">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solidFill>
                  <a:srgbClr val="FF0000"/>
                </a:solidFill>
              </a:rPr>
              <a:t>⚠️</a:t>
            </a:r>
            <a:endParaRPr lang="en-US" dirty="0">
              <a:solidFill>
                <a:srgbClr val="FF0000"/>
              </a:solidFill>
            </a:endParaRPr>
          </a:p>
        </p:txBody>
      </p:sp>
      <p:sp>
        <p:nvSpPr>
          <p:cNvPr id="44" name="Flowchart: Connector 43">
            <a:extLst>
              <a:ext uri="{FF2B5EF4-FFF2-40B4-BE49-F238E27FC236}">
                <a16:creationId xmlns:a16="http://schemas.microsoft.com/office/drawing/2014/main" id="{66C9B420-78D5-E296-FA4A-0188E79295BA}"/>
              </a:ext>
            </a:extLst>
          </p:cNvPr>
          <p:cNvSpPr/>
          <p:nvPr/>
        </p:nvSpPr>
        <p:spPr>
          <a:xfrm>
            <a:off x="6028890" y="1574613"/>
            <a:ext cx="807051" cy="673454"/>
          </a:xfrm>
          <a:prstGeom prst="flowChartConnector">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a:t>
            </a:r>
            <a:endParaRPr lang="en-US" dirty="0"/>
          </a:p>
        </p:txBody>
      </p:sp>
      <p:sp>
        <p:nvSpPr>
          <p:cNvPr id="46" name="Rectangle 45">
            <a:extLst>
              <a:ext uri="{FF2B5EF4-FFF2-40B4-BE49-F238E27FC236}">
                <a16:creationId xmlns:a16="http://schemas.microsoft.com/office/drawing/2014/main" id="{46F47A08-1542-272A-2692-245C1123D5C2}"/>
              </a:ext>
            </a:extLst>
          </p:cNvPr>
          <p:cNvSpPr/>
          <p:nvPr/>
        </p:nvSpPr>
        <p:spPr>
          <a:xfrm>
            <a:off x="988925" y="3550631"/>
            <a:ext cx="848083" cy="275711"/>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000" b="1" dirty="0">
                <a:latin typeface="New time roman"/>
              </a:rPr>
              <a:t>2</a:t>
            </a:r>
          </a:p>
        </p:txBody>
      </p:sp>
      <p:sp>
        <p:nvSpPr>
          <p:cNvPr id="47" name="Rectangle 46">
            <a:extLst>
              <a:ext uri="{FF2B5EF4-FFF2-40B4-BE49-F238E27FC236}">
                <a16:creationId xmlns:a16="http://schemas.microsoft.com/office/drawing/2014/main" id="{1902DED7-65CB-D214-4FE5-D9D76BCC6AAB}"/>
              </a:ext>
            </a:extLst>
          </p:cNvPr>
          <p:cNvSpPr/>
          <p:nvPr/>
        </p:nvSpPr>
        <p:spPr>
          <a:xfrm>
            <a:off x="1035613" y="4802406"/>
            <a:ext cx="848083" cy="275711"/>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2000" b="1" dirty="0">
                <a:latin typeface="New time roman"/>
              </a:rPr>
              <a:t>3</a:t>
            </a:r>
          </a:p>
        </p:txBody>
      </p:sp>
      <p:sp>
        <p:nvSpPr>
          <p:cNvPr id="48" name="Rectangle 47">
            <a:extLst>
              <a:ext uri="{FF2B5EF4-FFF2-40B4-BE49-F238E27FC236}">
                <a16:creationId xmlns:a16="http://schemas.microsoft.com/office/drawing/2014/main" id="{EDEFC402-0662-18FD-8F2D-59043681A3A3}"/>
              </a:ext>
            </a:extLst>
          </p:cNvPr>
          <p:cNvSpPr/>
          <p:nvPr/>
        </p:nvSpPr>
        <p:spPr>
          <a:xfrm>
            <a:off x="1097121" y="6009144"/>
            <a:ext cx="848083" cy="2757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b="1" dirty="0">
                <a:latin typeface="New time roman"/>
              </a:rPr>
              <a:t>4</a:t>
            </a:r>
          </a:p>
        </p:txBody>
      </p:sp>
      <p:sp>
        <p:nvSpPr>
          <p:cNvPr id="49" name="Rectangle 48">
            <a:extLst>
              <a:ext uri="{FF2B5EF4-FFF2-40B4-BE49-F238E27FC236}">
                <a16:creationId xmlns:a16="http://schemas.microsoft.com/office/drawing/2014/main" id="{3DFAE369-0A58-D0A9-0478-EDD00D22F266}"/>
              </a:ext>
            </a:extLst>
          </p:cNvPr>
          <p:cNvSpPr/>
          <p:nvPr/>
        </p:nvSpPr>
        <p:spPr>
          <a:xfrm>
            <a:off x="6040553" y="2261672"/>
            <a:ext cx="848083" cy="27571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b="1" dirty="0">
                <a:latin typeface="New time roman"/>
              </a:rPr>
              <a:t>5</a:t>
            </a:r>
          </a:p>
        </p:txBody>
      </p:sp>
      <p:sp>
        <p:nvSpPr>
          <p:cNvPr id="50" name="Rectangle 49">
            <a:extLst>
              <a:ext uri="{FF2B5EF4-FFF2-40B4-BE49-F238E27FC236}">
                <a16:creationId xmlns:a16="http://schemas.microsoft.com/office/drawing/2014/main" id="{EA423F65-F4FE-EA2F-1D69-2197524F412E}"/>
              </a:ext>
            </a:extLst>
          </p:cNvPr>
          <p:cNvSpPr/>
          <p:nvPr/>
        </p:nvSpPr>
        <p:spPr>
          <a:xfrm>
            <a:off x="6027565" y="3438123"/>
            <a:ext cx="848083" cy="27571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a:latin typeface="New time roman"/>
              </a:rPr>
              <a:t>6</a:t>
            </a:r>
          </a:p>
        </p:txBody>
      </p:sp>
      <p:sp>
        <p:nvSpPr>
          <p:cNvPr id="51" name="Rectangle 50">
            <a:extLst>
              <a:ext uri="{FF2B5EF4-FFF2-40B4-BE49-F238E27FC236}">
                <a16:creationId xmlns:a16="http://schemas.microsoft.com/office/drawing/2014/main" id="{F9966C7C-E9DB-AB01-BEC8-9CA08A9CA513}"/>
              </a:ext>
            </a:extLst>
          </p:cNvPr>
          <p:cNvSpPr/>
          <p:nvPr/>
        </p:nvSpPr>
        <p:spPr>
          <a:xfrm>
            <a:off x="5970119" y="4752897"/>
            <a:ext cx="848083" cy="27571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000" b="1" dirty="0">
                <a:latin typeface="New time roman"/>
              </a:rPr>
              <a:t>7</a:t>
            </a:r>
          </a:p>
        </p:txBody>
      </p:sp>
      <p:sp>
        <p:nvSpPr>
          <p:cNvPr id="52" name="Rectangle 51">
            <a:extLst>
              <a:ext uri="{FF2B5EF4-FFF2-40B4-BE49-F238E27FC236}">
                <a16:creationId xmlns:a16="http://schemas.microsoft.com/office/drawing/2014/main" id="{D179CE79-A1E1-9DFB-C1FF-6AE3423A824E}"/>
              </a:ext>
            </a:extLst>
          </p:cNvPr>
          <p:cNvSpPr/>
          <p:nvPr/>
        </p:nvSpPr>
        <p:spPr>
          <a:xfrm>
            <a:off x="5913596" y="5952737"/>
            <a:ext cx="848083" cy="275711"/>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dirty="0">
                <a:latin typeface="New time roman"/>
              </a:rPr>
              <a:t>8</a:t>
            </a:r>
          </a:p>
        </p:txBody>
      </p:sp>
      <p:pic>
        <p:nvPicPr>
          <p:cNvPr id="55" name="Picture 54" descr="The image depicts a black magnifying glass with a closed book icon, suggesting an object of interest or a clue to be investigated.&#10;&#10;AI-generated content may be incorrect.">
            <a:extLst>
              <a:ext uri="{FF2B5EF4-FFF2-40B4-BE49-F238E27FC236}">
                <a16:creationId xmlns:a16="http://schemas.microsoft.com/office/drawing/2014/main" id="{8A5DAD0F-DDC6-E499-99C4-7449A430226E}"/>
              </a:ext>
            </a:extLst>
          </p:cNvPr>
          <p:cNvPicPr>
            <a:picLocks noChangeAspect="1"/>
          </p:cNvPicPr>
          <p:nvPr/>
        </p:nvPicPr>
        <p:blipFill>
          <a:blip r:embed="rId4"/>
          <a:stretch>
            <a:fillRect/>
          </a:stretch>
        </p:blipFill>
        <p:spPr>
          <a:xfrm>
            <a:off x="6096000" y="5361820"/>
            <a:ext cx="461724" cy="434564"/>
          </a:xfrm>
          <a:prstGeom prst="rect">
            <a:avLst/>
          </a:prstGeom>
        </p:spPr>
      </p:pic>
      <p:pic>
        <p:nvPicPr>
          <p:cNvPr id="57" name="Picture 56" descr="The image depicts a cartoonish, white-faced figure in a business suit holding a pen and pointing at a piece of paper.&#10;&#10;AI-generated content may be incorrect.">
            <a:extLst>
              <a:ext uri="{FF2B5EF4-FFF2-40B4-BE49-F238E27FC236}">
                <a16:creationId xmlns:a16="http://schemas.microsoft.com/office/drawing/2014/main" id="{98DC8784-DF5C-7137-DE20-1996909C8F93}"/>
              </a:ext>
            </a:extLst>
          </p:cNvPr>
          <p:cNvPicPr>
            <a:picLocks noChangeAspect="1"/>
          </p:cNvPicPr>
          <p:nvPr/>
        </p:nvPicPr>
        <p:blipFill>
          <a:blip r:embed="rId5"/>
          <a:stretch>
            <a:fillRect/>
          </a:stretch>
        </p:blipFill>
        <p:spPr>
          <a:xfrm>
            <a:off x="48518" y="1684983"/>
            <a:ext cx="971004" cy="3292125"/>
          </a:xfrm>
          <a:prstGeom prst="rect">
            <a:avLst/>
          </a:prstGeom>
        </p:spPr>
      </p:pic>
    </p:spTree>
    <p:extLst>
      <p:ext uri="{BB962C8B-B14F-4D97-AF65-F5344CB8AC3E}">
        <p14:creationId xmlns:p14="http://schemas.microsoft.com/office/powerpoint/2010/main" val="755229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DA95244-9C8A-6682-6C49-104881F33F09}"/>
              </a:ext>
            </a:extLst>
          </p:cNvPr>
          <p:cNvSpPr>
            <a:spLocks noGrp="1"/>
          </p:cNvSpPr>
          <p:nvPr>
            <p:ph type="title"/>
          </p:nvPr>
        </p:nvSpPr>
        <p:spPr/>
        <p:txBody>
          <a:bodyPr/>
          <a:lstStyle/>
          <a:p>
            <a:endParaRPr lang="en-US"/>
          </a:p>
        </p:txBody>
      </p:sp>
      <p:sp>
        <p:nvSpPr>
          <p:cNvPr id="11" name="Content Placeholder 10">
            <a:extLst>
              <a:ext uri="{FF2B5EF4-FFF2-40B4-BE49-F238E27FC236}">
                <a16:creationId xmlns:a16="http://schemas.microsoft.com/office/drawing/2014/main" id="{B4CAB8DF-F572-8292-E158-D8C41BF467FE}"/>
              </a:ext>
            </a:extLst>
          </p:cNvPr>
          <p:cNvSpPr>
            <a:spLocks noGrp="1"/>
          </p:cNvSpPr>
          <p:nvPr>
            <p:ph sz="half" idx="1"/>
          </p:nvPr>
        </p:nvSpPr>
        <p:spPr/>
        <p:txBody>
          <a:bodyPr/>
          <a:lstStyle/>
          <a:p>
            <a:endParaRPr lang="en-US"/>
          </a:p>
        </p:txBody>
      </p:sp>
      <p:sp>
        <p:nvSpPr>
          <p:cNvPr id="12" name="Content Placeholder 11">
            <a:extLst>
              <a:ext uri="{FF2B5EF4-FFF2-40B4-BE49-F238E27FC236}">
                <a16:creationId xmlns:a16="http://schemas.microsoft.com/office/drawing/2014/main" id="{89A4983E-02FF-3F6F-30DD-AD71CBA656B2}"/>
              </a:ext>
            </a:extLst>
          </p:cNvPr>
          <p:cNvSpPr>
            <a:spLocks noGrp="1"/>
          </p:cNvSpPr>
          <p:nvPr>
            <p:ph sz="half" idx="2"/>
          </p:nvPr>
        </p:nvSpPr>
        <p:spPr/>
        <p:txBody>
          <a:bodyPr/>
          <a:lstStyle/>
          <a:p>
            <a:endParaRPr lang="en-US"/>
          </a:p>
        </p:txBody>
      </p:sp>
      <p:sp>
        <p:nvSpPr>
          <p:cNvPr id="4" name="Slide Number Placeholder 3">
            <a:extLst>
              <a:ext uri="{FF2B5EF4-FFF2-40B4-BE49-F238E27FC236}">
                <a16:creationId xmlns:a16="http://schemas.microsoft.com/office/drawing/2014/main" id="{5CF3DDDA-E90D-40FD-BC5D-486C1A061725}"/>
              </a:ext>
            </a:extLst>
          </p:cNvPr>
          <p:cNvSpPr>
            <a:spLocks noGrp="1"/>
          </p:cNvSpPr>
          <p:nvPr>
            <p:ph type="sldNum" sz="quarter" idx="12"/>
          </p:nvPr>
        </p:nvSpPr>
        <p:spPr/>
        <p:txBody>
          <a:bodyPr/>
          <a:lstStyle/>
          <a:p>
            <a:fld id="{EA0BABC1-04C8-4496-87CC-8745EAB9250E}" type="slidenum">
              <a:rPr lang="en-MY" smtClean="0"/>
              <a:pPr/>
              <a:t>3</a:t>
            </a:fld>
            <a:endParaRPr lang="en-MY"/>
          </a:p>
        </p:txBody>
      </p:sp>
      <p:pic>
        <p:nvPicPr>
          <p:cNvPr id="6" name="Picture 5">
            <a:extLst>
              <a:ext uri="{FF2B5EF4-FFF2-40B4-BE49-F238E27FC236}">
                <a16:creationId xmlns:a16="http://schemas.microsoft.com/office/drawing/2014/main" id="{E7EE8016-3A76-481E-9494-BF9A64875CF1}"/>
              </a:ext>
            </a:extLst>
          </p:cNvPr>
          <p:cNvPicPr>
            <a:picLocks noChangeAspect="1"/>
          </p:cNvPicPr>
          <p:nvPr/>
        </p:nvPicPr>
        <p:blipFill>
          <a:blip r:embed="rId3"/>
          <a:stretch>
            <a:fillRect/>
          </a:stretch>
        </p:blipFill>
        <p:spPr>
          <a:xfrm>
            <a:off x="-4115" y="-130469"/>
            <a:ext cx="12196115" cy="6851944"/>
          </a:xfrm>
          <a:prstGeom prst="rect">
            <a:avLst/>
          </a:prstGeom>
        </p:spPr>
      </p:pic>
      <p:sp>
        <p:nvSpPr>
          <p:cNvPr id="8" name="Title 1">
            <a:extLst>
              <a:ext uri="{FF2B5EF4-FFF2-40B4-BE49-F238E27FC236}">
                <a16:creationId xmlns:a16="http://schemas.microsoft.com/office/drawing/2014/main" id="{34DE1321-6ABA-ED54-40B5-DCC32627F57A}"/>
              </a:ext>
            </a:extLst>
          </p:cNvPr>
          <p:cNvSpPr txBox="1">
            <a:spLocks/>
          </p:cNvSpPr>
          <p:nvPr/>
        </p:nvSpPr>
        <p:spPr bwMode="auto">
          <a:xfrm>
            <a:off x="3771900" y="-7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Introduction &amp; Background</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96276D29-13FE-B93A-F757-AA44727DF92C}"/>
              </a:ext>
            </a:extLst>
          </p:cNvPr>
          <p:cNvSpPr txBox="1">
            <a:spLocks noChangeArrowheads="1"/>
          </p:cNvSpPr>
          <p:nvPr/>
        </p:nvSpPr>
        <p:spPr>
          <a:xfrm>
            <a:off x="266700" y="1600203"/>
            <a:ext cx="11677650" cy="52850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p:txBody>
      </p:sp>
      <p:grpSp>
        <p:nvGrpSpPr>
          <p:cNvPr id="13" name="Group 12"/>
          <p:cNvGrpSpPr/>
          <p:nvPr/>
        </p:nvGrpSpPr>
        <p:grpSpPr>
          <a:xfrm>
            <a:off x="121353" y="1600203"/>
            <a:ext cx="2721843" cy="1808610"/>
            <a:chOff x="4526" y="939390"/>
            <a:chExt cx="2721843" cy="1808610"/>
          </a:xfrm>
        </p:grpSpPr>
        <p:sp>
          <p:nvSpPr>
            <p:cNvPr id="35" name="Rectangle 34"/>
            <p:cNvSpPr/>
            <p:nvPr/>
          </p:nvSpPr>
          <p:spPr>
            <a:xfrm>
              <a:off x="4526" y="939390"/>
              <a:ext cx="2721843" cy="1808610"/>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36" name="Rectangle 35"/>
            <p:cNvSpPr/>
            <p:nvPr/>
          </p:nvSpPr>
          <p:spPr>
            <a:xfrm>
              <a:off x="4526" y="939390"/>
              <a:ext cx="2721843" cy="18086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400" b="1" kern="1200" dirty="0">
                  <a:latin typeface="Times New Roman" panose="02020603050405020304" pitchFamily="18" charset="0"/>
                  <a:cs typeface="Times New Roman" panose="02020603050405020304" pitchFamily="18" charset="0"/>
                </a:rPr>
                <a:t>Drug–Target Interactions (DTIs)</a:t>
              </a:r>
              <a:endParaRPr lang="en-US" sz="2400" kern="1200" dirty="0"/>
            </a:p>
          </p:txBody>
        </p:sp>
      </p:grpSp>
      <p:grpSp>
        <p:nvGrpSpPr>
          <p:cNvPr id="14" name="Group 13"/>
          <p:cNvGrpSpPr/>
          <p:nvPr/>
        </p:nvGrpSpPr>
        <p:grpSpPr>
          <a:xfrm>
            <a:off x="114300" y="3407073"/>
            <a:ext cx="2721843" cy="2810880"/>
            <a:chOff x="4526" y="2388063"/>
            <a:chExt cx="2721843" cy="2810880"/>
          </a:xfrm>
        </p:grpSpPr>
        <p:sp>
          <p:nvSpPr>
            <p:cNvPr id="33" name="Rectangle 32"/>
            <p:cNvSpPr/>
            <p:nvPr/>
          </p:nvSpPr>
          <p:spPr>
            <a:xfrm>
              <a:off x="4526" y="2388063"/>
              <a:ext cx="2721843" cy="2810880"/>
            </a:xfrm>
            <a:prstGeom prst="rect">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4" name="Rectangle 33"/>
            <p:cNvSpPr/>
            <p:nvPr/>
          </p:nvSpPr>
          <p:spPr>
            <a:xfrm>
              <a:off x="4526" y="2388063"/>
              <a:ext cx="2721843" cy="2810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228600" lvl="1" indent="-228600" defTabSz="8890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Identifying drug target interactions between drugs is a fundamental step in drug discovery and repurposing.</a:t>
              </a:r>
              <a:endParaRPr lang="en-US" sz="2400" kern="1200" dirty="0"/>
            </a:p>
          </p:txBody>
        </p:sp>
      </p:grpSp>
      <p:grpSp>
        <p:nvGrpSpPr>
          <p:cNvPr id="15" name="Group 14"/>
          <p:cNvGrpSpPr/>
          <p:nvPr/>
        </p:nvGrpSpPr>
        <p:grpSpPr>
          <a:xfrm>
            <a:off x="3207453" y="1672947"/>
            <a:ext cx="2721843" cy="1735866"/>
            <a:chOff x="3107427" y="964376"/>
            <a:chExt cx="2721843" cy="1708664"/>
          </a:xfrm>
        </p:grpSpPr>
        <p:sp>
          <p:nvSpPr>
            <p:cNvPr id="31" name="Rectangle 30"/>
            <p:cNvSpPr/>
            <p:nvPr/>
          </p:nvSpPr>
          <p:spPr>
            <a:xfrm>
              <a:off x="3107427" y="964376"/>
              <a:ext cx="2721843" cy="1708664"/>
            </a:xfrm>
            <a:prstGeom prst="rect">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32" name="Rectangle 31"/>
            <p:cNvSpPr/>
            <p:nvPr/>
          </p:nvSpPr>
          <p:spPr>
            <a:xfrm>
              <a:off x="3107427" y="964376"/>
              <a:ext cx="2721843" cy="170866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400" b="1" kern="1200" dirty="0">
                  <a:latin typeface="Times New Roman" panose="02020603050405020304" pitchFamily="18" charset="0"/>
                  <a:cs typeface="Times New Roman" panose="02020603050405020304" pitchFamily="18" charset="0"/>
                </a:rPr>
                <a:t>Limitations of  Biological experimental Drugs discovery and repurposing </a:t>
              </a:r>
              <a:endParaRPr lang="en-US" sz="2400" kern="1200" dirty="0"/>
            </a:p>
          </p:txBody>
        </p:sp>
      </p:grpSp>
      <p:grpSp>
        <p:nvGrpSpPr>
          <p:cNvPr id="16" name="Group 15"/>
          <p:cNvGrpSpPr/>
          <p:nvPr/>
        </p:nvGrpSpPr>
        <p:grpSpPr>
          <a:xfrm>
            <a:off x="3253793" y="3429416"/>
            <a:ext cx="2721843" cy="2810880"/>
            <a:chOff x="3107427" y="2363077"/>
            <a:chExt cx="2721843" cy="2810880"/>
          </a:xfrm>
        </p:grpSpPr>
        <p:sp>
          <p:nvSpPr>
            <p:cNvPr id="29" name="Rectangle 28"/>
            <p:cNvSpPr/>
            <p:nvPr/>
          </p:nvSpPr>
          <p:spPr>
            <a:xfrm>
              <a:off x="3107427" y="2363077"/>
              <a:ext cx="2721843" cy="2810880"/>
            </a:xfrm>
            <a:prstGeom prst="rect">
              <a:avLst/>
            </a:pr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0" name="Rectangle 29"/>
            <p:cNvSpPr/>
            <p:nvPr/>
          </p:nvSpPr>
          <p:spPr>
            <a:xfrm>
              <a:off x="3107427" y="2363077"/>
              <a:ext cx="2721843" cy="2810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Time-consuming</a:t>
              </a:r>
              <a:endParaRPr lang="en-US" sz="2400" kern="1200" dirty="0"/>
            </a:p>
            <a:p>
              <a:pPr marL="228600" lvl="1" indent="-228600" algn="l" defTabSz="8890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Expensive</a:t>
              </a:r>
              <a:endParaRPr lang="en-US" sz="2400" kern="1200" dirty="0"/>
            </a:p>
            <a:p>
              <a:pPr marL="228600" lvl="1" indent="-228600" algn="l" defTabSz="8890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Safety concerns </a:t>
              </a:r>
              <a:endParaRPr lang="en-US" sz="2400" kern="1200" dirty="0"/>
            </a:p>
          </p:txBody>
        </p:sp>
      </p:grpSp>
      <p:grpSp>
        <p:nvGrpSpPr>
          <p:cNvPr id="17" name="Group 16"/>
          <p:cNvGrpSpPr/>
          <p:nvPr/>
        </p:nvGrpSpPr>
        <p:grpSpPr>
          <a:xfrm>
            <a:off x="6319631" y="1609305"/>
            <a:ext cx="2755445" cy="1772682"/>
            <a:chOff x="6210329" y="965285"/>
            <a:chExt cx="2755445" cy="1772682"/>
          </a:xfrm>
        </p:grpSpPr>
        <p:sp>
          <p:nvSpPr>
            <p:cNvPr id="27" name="Rectangle 26"/>
            <p:cNvSpPr/>
            <p:nvPr/>
          </p:nvSpPr>
          <p:spPr>
            <a:xfrm>
              <a:off x="6243931" y="1032940"/>
              <a:ext cx="2721843" cy="1705027"/>
            </a:xfrm>
            <a:prstGeom prst="rect">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28" name="Rectangle 27"/>
            <p:cNvSpPr/>
            <p:nvPr/>
          </p:nvSpPr>
          <p:spPr>
            <a:xfrm>
              <a:off x="6210329" y="965285"/>
              <a:ext cx="2721843" cy="170502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400" b="1" kern="1200" dirty="0">
                  <a:latin typeface="Times New Roman" panose="02020603050405020304" pitchFamily="18" charset="0"/>
                  <a:cs typeface="Times New Roman" panose="02020603050405020304" pitchFamily="18" charset="0"/>
                </a:rPr>
                <a:t>Computational DTI Prediction use Biological data</a:t>
              </a:r>
              <a:endParaRPr lang="en-US" sz="2400" kern="1200" dirty="0"/>
            </a:p>
          </p:txBody>
        </p:sp>
      </p:grpSp>
      <p:grpSp>
        <p:nvGrpSpPr>
          <p:cNvPr id="18" name="Group 17"/>
          <p:cNvGrpSpPr/>
          <p:nvPr/>
        </p:nvGrpSpPr>
        <p:grpSpPr>
          <a:xfrm>
            <a:off x="6405415" y="3408813"/>
            <a:ext cx="2721843" cy="2810880"/>
            <a:chOff x="6210329" y="2362168"/>
            <a:chExt cx="2721843" cy="2810880"/>
          </a:xfrm>
        </p:grpSpPr>
        <p:sp>
          <p:nvSpPr>
            <p:cNvPr id="25" name="Rectangle 24"/>
            <p:cNvSpPr/>
            <p:nvPr/>
          </p:nvSpPr>
          <p:spPr>
            <a:xfrm>
              <a:off x="6210329" y="2362168"/>
              <a:ext cx="2721843" cy="2810880"/>
            </a:xfrm>
            <a:prstGeom prst="rect">
              <a:avLst/>
            </a:pr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6" name="Rectangle 25"/>
            <p:cNvSpPr/>
            <p:nvPr/>
          </p:nvSpPr>
          <p:spPr>
            <a:xfrm>
              <a:off x="6210329" y="2362168"/>
              <a:ext cx="2721843" cy="2810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Biological data are diverse and heterogeneous in nature</a:t>
              </a:r>
              <a:endParaRPr lang="en-US" sz="2400" kern="1200" dirty="0"/>
            </a:p>
          </p:txBody>
        </p:sp>
      </p:grpSp>
      <p:grpSp>
        <p:nvGrpSpPr>
          <p:cNvPr id="19" name="Group 18"/>
          <p:cNvGrpSpPr/>
          <p:nvPr/>
        </p:nvGrpSpPr>
        <p:grpSpPr>
          <a:xfrm>
            <a:off x="9374907" y="1703786"/>
            <a:ext cx="2721843" cy="1725630"/>
            <a:chOff x="9313230" y="965285"/>
            <a:chExt cx="2721843" cy="1705027"/>
          </a:xfrm>
        </p:grpSpPr>
        <p:sp>
          <p:nvSpPr>
            <p:cNvPr id="23" name="Rectangle 22"/>
            <p:cNvSpPr/>
            <p:nvPr/>
          </p:nvSpPr>
          <p:spPr>
            <a:xfrm>
              <a:off x="9313230" y="965285"/>
              <a:ext cx="2721843" cy="1705027"/>
            </a:xfrm>
            <a:prstGeom prst="rect">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24" name="Rectangle 23"/>
            <p:cNvSpPr/>
            <p:nvPr/>
          </p:nvSpPr>
          <p:spPr>
            <a:xfrm>
              <a:off x="9313230" y="965285"/>
              <a:ext cx="2721843" cy="170502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400" dirty="0"/>
                <a:t>Need for computational approaches</a:t>
              </a:r>
              <a:endParaRPr lang="en-US" sz="2400" kern="1200" dirty="0"/>
            </a:p>
          </p:txBody>
        </p:sp>
      </p:grpSp>
      <p:grpSp>
        <p:nvGrpSpPr>
          <p:cNvPr id="20" name="Group 19"/>
          <p:cNvGrpSpPr/>
          <p:nvPr/>
        </p:nvGrpSpPr>
        <p:grpSpPr>
          <a:xfrm>
            <a:off x="9374907" y="3447994"/>
            <a:ext cx="2721843" cy="2810880"/>
            <a:chOff x="9313230" y="2362168"/>
            <a:chExt cx="2721843" cy="2810880"/>
          </a:xfrm>
        </p:grpSpPr>
        <p:sp>
          <p:nvSpPr>
            <p:cNvPr id="21" name="Rectangle 20"/>
            <p:cNvSpPr/>
            <p:nvPr/>
          </p:nvSpPr>
          <p:spPr>
            <a:xfrm>
              <a:off x="9313230" y="2362168"/>
              <a:ext cx="2721843" cy="2810880"/>
            </a:xfrm>
            <a:prstGeom prst="rect">
              <a:avLst/>
            </a:prstGeom>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Rectangle 21"/>
            <p:cNvSpPr/>
            <p:nvPr/>
          </p:nvSpPr>
          <p:spPr>
            <a:xfrm>
              <a:off x="9313230" y="2362168"/>
              <a:ext cx="2721843" cy="2810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342900" indent="-342900" defTabSz="889000">
                <a:lnSpc>
                  <a:spcPct val="90000"/>
                </a:lnSpc>
                <a:spcBef>
                  <a:spcPct val="0"/>
                </a:spcBef>
                <a:spcAft>
                  <a:spcPct val="15000"/>
                </a:spcAft>
                <a:buFont typeface="Arial" panose="020B0604020202020204" pitchFamily="34" charset="0"/>
                <a:buChar char="•"/>
              </a:pPr>
              <a:r>
                <a:rPr lang="en-US" sz="2400" kern="1200" dirty="0">
                  <a:latin typeface="Times New Roman" panose="02020603050405020304" pitchFamily="18" charset="0"/>
                  <a:cs typeface="Times New Roman" panose="02020603050405020304" pitchFamily="18" charset="0"/>
                </a:rPr>
                <a:t>Computational approaches enable fast, cost-effective analysis of complex data.</a:t>
              </a:r>
              <a:endParaRPr lang="en-US" sz="2400" kern="1200" dirty="0"/>
            </a:p>
          </p:txBody>
        </p:sp>
      </p:grpSp>
    </p:spTree>
    <p:extLst>
      <p:ext uri="{BB962C8B-B14F-4D97-AF65-F5344CB8AC3E}">
        <p14:creationId xmlns:p14="http://schemas.microsoft.com/office/powerpoint/2010/main" val="3979208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1C3E2-D5F9-3CA7-0BCA-D286F44AD84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FCE8A60-CA93-9561-411E-412D9F8B18DB}"/>
              </a:ext>
            </a:extLst>
          </p:cNvPr>
          <p:cNvSpPr>
            <a:spLocks noGrp="1"/>
          </p:cNvSpPr>
          <p:nvPr>
            <p:ph type="title"/>
          </p:nvPr>
        </p:nvSpPr>
        <p:spPr/>
        <p:txBody>
          <a:bodyPr/>
          <a:lstStyle/>
          <a:p>
            <a:endParaRPr lang="en-US"/>
          </a:p>
        </p:txBody>
      </p:sp>
      <p:graphicFrame>
        <p:nvGraphicFramePr>
          <p:cNvPr id="28" name="Content Placeholder 27"/>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2440E0CA-F839-3579-EF75-A8220D61B5E9}"/>
              </a:ext>
            </a:extLst>
          </p:cNvPr>
          <p:cNvSpPr>
            <a:spLocks noGrp="1"/>
          </p:cNvSpPr>
          <p:nvPr>
            <p:ph type="sldNum" sz="quarter" idx="12"/>
          </p:nvPr>
        </p:nvSpPr>
        <p:spPr/>
        <p:txBody>
          <a:bodyPr/>
          <a:lstStyle/>
          <a:p>
            <a:fld id="{EA0BABC1-04C8-4496-87CC-8745EAB9250E}" type="slidenum">
              <a:rPr lang="en-MY" smtClean="0"/>
              <a:pPr/>
              <a:t>4</a:t>
            </a:fld>
            <a:endParaRPr lang="en-MY"/>
          </a:p>
        </p:txBody>
      </p:sp>
      <p:pic>
        <p:nvPicPr>
          <p:cNvPr id="6" name="Picture 5">
            <a:extLst>
              <a:ext uri="{FF2B5EF4-FFF2-40B4-BE49-F238E27FC236}">
                <a16:creationId xmlns:a16="http://schemas.microsoft.com/office/drawing/2014/main" id="{C94C2B5E-2C0A-37FF-D34E-53A8F736FC80}"/>
              </a:ext>
            </a:extLst>
          </p:cNvPr>
          <p:cNvPicPr>
            <a:picLocks noChangeAspect="1"/>
          </p:cNvPicPr>
          <p:nvPr/>
        </p:nvPicPr>
        <p:blipFill>
          <a:blip r:embed="rId8"/>
          <a:stretch>
            <a:fillRect/>
          </a:stretch>
        </p:blipFill>
        <p:spPr>
          <a:xfrm>
            <a:off x="-4115" y="248028"/>
            <a:ext cx="12196115" cy="6851944"/>
          </a:xfrm>
          <a:prstGeom prst="rect">
            <a:avLst/>
          </a:prstGeom>
        </p:spPr>
      </p:pic>
      <p:sp>
        <p:nvSpPr>
          <p:cNvPr id="8" name="Title 1">
            <a:extLst>
              <a:ext uri="{FF2B5EF4-FFF2-40B4-BE49-F238E27FC236}">
                <a16:creationId xmlns:a16="http://schemas.microsoft.com/office/drawing/2014/main" id="{013FC2FB-90BA-B83D-B1C2-CE8A5B143647}"/>
              </a:ext>
            </a:extLst>
          </p:cNvPr>
          <p:cNvSpPr txBox="1">
            <a:spLocks/>
          </p:cNvSpPr>
          <p:nvPr/>
        </p:nvSpPr>
        <p:spPr bwMode="auto">
          <a:xfrm>
            <a:off x="2672080" y="365126"/>
            <a:ext cx="8229600" cy="1124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Problem Statement</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2E0F41D2-0A4E-5D9D-AA9D-C0576F253CE6}"/>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9E2F3331-DED8-B289-3607-4B9A1223D75E}"/>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pic>
        <p:nvPicPr>
          <p:cNvPr id="14" name="Picture 13"/>
          <p:cNvPicPr>
            <a:picLocks noChangeAspect="1"/>
          </p:cNvPicPr>
          <p:nvPr/>
        </p:nvPicPr>
        <p:blipFill>
          <a:blip r:embed="rId9"/>
          <a:stretch>
            <a:fillRect/>
          </a:stretch>
        </p:blipFill>
        <p:spPr>
          <a:xfrm>
            <a:off x="617091" y="1208909"/>
            <a:ext cx="1211809" cy="860921"/>
          </a:xfrm>
          <a:prstGeom prst="rect">
            <a:avLst/>
          </a:prstGeom>
        </p:spPr>
      </p:pic>
      <p:pic>
        <p:nvPicPr>
          <p:cNvPr id="18" name="Picture 2" descr="Check clipart gif animation, Check gif animation Transparent FREE for  download on WebStockReview 2020">
            <a:extLst>
              <a:ext uri="{FF2B5EF4-FFF2-40B4-BE49-F238E27FC236}">
                <a16:creationId xmlns:a16="http://schemas.microsoft.com/office/drawing/2014/main" id="{04B0F21A-C3C7-465C-8EE8-0EDBE4BD4DBB}"/>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flipH="1">
            <a:off x="5436884" y="1815901"/>
            <a:ext cx="3727770" cy="1384202"/>
          </a:xfrm>
          <a:prstGeom prst="rect">
            <a:avLst/>
          </a:prstGeom>
          <a:noFill/>
          <a:extLst>
            <a:ext uri="{909E8E84-426E-40DD-AFC4-6F175D3DCCD1}">
              <a14:hiddenFill xmlns:a14="http://schemas.microsoft.com/office/drawing/2010/main">
                <a:solidFill>
                  <a:srgbClr val="FFFFFF"/>
                </a:solidFill>
              </a14:hiddenFill>
            </a:ext>
          </a:extLst>
        </p:spPr>
      </p:pic>
      <p:sp>
        <p:nvSpPr>
          <p:cNvPr id="19" name="Star: 32 Points 9">
            <a:extLst>
              <a:ext uri="{FF2B5EF4-FFF2-40B4-BE49-F238E27FC236}">
                <a16:creationId xmlns:a16="http://schemas.microsoft.com/office/drawing/2014/main" id="{B8E4E8FA-A849-4D73-88DC-E7EE522F55C7}"/>
              </a:ext>
            </a:extLst>
          </p:cNvPr>
          <p:cNvSpPr/>
          <p:nvPr/>
        </p:nvSpPr>
        <p:spPr>
          <a:xfrm>
            <a:off x="5560634" y="2841451"/>
            <a:ext cx="6705461" cy="4080690"/>
          </a:xfrm>
          <a:prstGeom prst="star32">
            <a:avLst/>
          </a:prstGeom>
          <a:solidFill>
            <a:srgbClr val="9BBB59"/>
          </a:solidFill>
          <a:ln w="25400" cap="flat" cmpd="sng" algn="ctr">
            <a:solidFill>
              <a:srgbClr val="4F81BD">
                <a:shade val="50000"/>
              </a:srgbClr>
            </a:solidFill>
            <a:prstDash val="solid"/>
          </a:ln>
          <a:effectLst/>
        </p:spPr>
        <p:txBody>
          <a:bodyPr rtlCol="0" anchor="ctr"/>
          <a:lstStyle/>
          <a:p>
            <a:pPr marL="285750" indent="-285750" algn="ctr" eaLnBrk="0" fontAlgn="base" hangingPunct="0">
              <a:spcBef>
                <a:spcPct val="0"/>
              </a:spcBef>
              <a:spcAft>
                <a:spcPct val="0"/>
              </a:spcAft>
              <a:buFont typeface="Wingdings" panose="05000000000000000000" pitchFamily="2" charset="2"/>
              <a:buChar char="ü"/>
            </a:pPr>
            <a:r>
              <a:rPr lang="en-US" sz="2000" kern="0" dirty="0">
                <a:solidFill>
                  <a:prstClr val="white"/>
                </a:solidFill>
                <a:latin typeface="Times New Roman" panose="02020603050405020304" pitchFamily="18" charset="0"/>
                <a:cs typeface="Times New Roman" panose="02020603050405020304" pitchFamily="18" charset="0"/>
              </a:rPr>
              <a:t>Therefore, enhanced computational-based DTI models are needed to improve cross-modal feature integration, enhance cold-start generalization, increase interpretability, and effectively handle data imbalance.</a:t>
            </a:r>
          </a:p>
          <a:p>
            <a:pPr marL="285750" lvl="0" indent="-285750" algn="ctr" eaLnBrk="0" fontAlgn="base" hangingPunct="0">
              <a:spcBef>
                <a:spcPct val="0"/>
              </a:spcBef>
              <a:spcAft>
                <a:spcPct val="0"/>
              </a:spcAft>
              <a:buFont typeface="Wingdings" panose="05000000000000000000" pitchFamily="2" charset="2"/>
              <a:buChar char="ü"/>
            </a:pPr>
            <a:endParaRPr kumimoji="0" lang="en-US" sz="2000" b="0" i="0" u="none" strike="noStrike" kern="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nvGrpSpPr>
          <p:cNvPr id="29" name="Group 28"/>
          <p:cNvGrpSpPr/>
          <p:nvPr/>
        </p:nvGrpSpPr>
        <p:grpSpPr>
          <a:xfrm>
            <a:off x="114939" y="2079554"/>
            <a:ext cx="5264819" cy="1587571"/>
            <a:chOff x="0" y="0"/>
            <a:chExt cx="5016993" cy="1911780"/>
          </a:xfrm>
        </p:grpSpPr>
        <p:sp>
          <p:nvSpPr>
            <p:cNvPr id="33" name="Rounded Rectangle 32"/>
            <p:cNvSpPr/>
            <p:nvPr/>
          </p:nvSpPr>
          <p:spPr>
            <a:xfrm>
              <a:off x="0" y="0"/>
              <a:ext cx="5016993" cy="1911780"/>
            </a:xfrm>
            <a:prstGeom prst="roundRect">
              <a:avLst/>
            </a:prstGeom>
            <a:gradFill rotWithShape="1">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p:spPr>
          <p:txBody>
            <a:bodyPr/>
            <a:lstStyle/>
            <a:p>
              <a:r>
                <a:rPr lang="en-US" sz="2400" b="1" dirty="0">
                  <a:solidFill>
                    <a:sysClr val="window" lastClr="FFFFFF"/>
                  </a:solidFill>
                  <a:latin typeface="Times New Roman" panose="02020603050405020304" pitchFamily="18" charset="0"/>
                  <a:cs typeface="Times New Roman" panose="02020603050405020304" pitchFamily="18" charset="0"/>
                </a:rPr>
                <a:t>🧩Weak Feature Integration</a:t>
              </a:r>
            </a:p>
            <a:p>
              <a:pPr algn="just"/>
              <a:r>
                <a:rPr lang="en-US" sz="2000" dirty="0">
                  <a:solidFill>
                    <a:sysClr val="window" lastClr="FFFFFF"/>
                  </a:solidFill>
                  <a:latin typeface="Times New Roman" panose="02020603050405020304" pitchFamily="18" charset="0"/>
                  <a:cs typeface="Times New Roman" panose="02020603050405020304" pitchFamily="18" charset="0"/>
                </a:rPr>
                <a:t>Shallow or static fusion of heterogeneous representations prevents meaningful cross-modal interaction</a:t>
              </a:r>
              <a:endParaRPr lang="en-US" sz="2000" dirty="0">
                <a:solidFill>
                  <a:sysClr val="window" lastClr="FFFFFF"/>
                </a:solidFill>
              </a:endParaRPr>
            </a:p>
            <a:p>
              <a:endParaRPr lang="en-US" dirty="0"/>
            </a:p>
          </p:txBody>
        </p:sp>
        <p:sp>
          <p:nvSpPr>
            <p:cNvPr id="34" name="Rounded Rectangle 4"/>
            <p:cNvSpPr/>
            <p:nvPr/>
          </p:nvSpPr>
          <p:spPr>
            <a:xfrm>
              <a:off x="93325" y="93325"/>
              <a:ext cx="4830343" cy="1725130"/>
            </a:xfrm>
            <a:prstGeom prst="rect">
              <a:avLst/>
            </a:prstGeom>
            <a:noFill/>
            <a:ln>
              <a:noFill/>
            </a:ln>
            <a:effectLst/>
          </p:spPr>
          <p:txBody>
            <a:bodyPr spcFirstLastPara="0" vert="horz" wrap="square" lIns="106680" tIns="106680" rIns="106680" bIns="106680" numCol="1" spcCol="1270" anchor="ctr" anchorCtr="0">
              <a:noAutofit/>
            </a:bodyPr>
            <a:lstStyle/>
            <a:p>
              <a:pPr lvl="0" defTabSz="1244600">
                <a:lnSpc>
                  <a:spcPct val="90000"/>
                </a:lnSpc>
                <a:spcBef>
                  <a:spcPct val="0"/>
                </a:spcBef>
                <a:spcAft>
                  <a:spcPct val="35000"/>
                </a:spcAft>
              </a:pPr>
              <a:endParaRPr kumimoji="0" lang="en-US" sz="2400" b="0" i="0" u="none" strike="noStrike" kern="1200" cap="none" spc="0" normalizeH="0" baseline="0" noProof="0" dirty="0">
                <a:ln>
                  <a:noFill/>
                </a:ln>
                <a:solidFill>
                  <a:sysClr val="window" lastClr="FFFFFF"/>
                </a:solidFill>
                <a:effectLst/>
                <a:uLnTx/>
                <a:uFillTx/>
                <a:latin typeface="Calibri"/>
              </a:endParaRPr>
            </a:p>
          </p:txBody>
        </p:sp>
      </p:grpSp>
      <p:grpSp>
        <p:nvGrpSpPr>
          <p:cNvPr id="30" name="Group 29"/>
          <p:cNvGrpSpPr/>
          <p:nvPr/>
        </p:nvGrpSpPr>
        <p:grpSpPr>
          <a:xfrm>
            <a:off x="133710" y="3777950"/>
            <a:ext cx="5273186" cy="1474060"/>
            <a:chOff x="0" y="1967434"/>
            <a:chExt cx="5016993" cy="1911780"/>
          </a:xfrm>
        </p:grpSpPr>
        <p:sp>
          <p:nvSpPr>
            <p:cNvPr id="31" name="Rounded Rectangle 30"/>
            <p:cNvSpPr/>
            <p:nvPr/>
          </p:nvSpPr>
          <p:spPr>
            <a:xfrm>
              <a:off x="0" y="1967434"/>
              <a:ext cx="5016993" cy="1911780"/>
            </a:xfrm>
            <a:prstGeom prst="roundRect">
              <a:avLst/>
            </a:prstGeom>
            <a:gradFill rotWithShape="1">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p:spPr>
          <p:txBody>
            <a:bodyPr/>
            <a:lstStyle/>
            <a:p>
              <a:r>
                <a:rPr lang="en-US" sz="2400" b="1" dirty="0">
                  <a:solidFill>
                    <a:sysClr val="window" lastClr="FFFFFF"/>
                  </a:solidFill>
                  <a:latin typeface="Times New Roman" panose="02020603050405020304" pitchFamily="18" charset="0"/>
                  <a:cs typeface="Times New Roman" panose="02020603050405020304" pitchFamily="18" charset="0"/>
                </a:rPr>
                <a:t>❄️Cold-Start Failure</a:t>
              </a:r>
            </a:p>
            <a:p>
              <a:pPr algn="just"/>
              <a:r>
                <a:rPr lang="en-US" sz="2000" dirty="0">
                  <a:solidFill>
                    <a:sysClr val="window" lastClr="FFFFFF"/>
                  </a:solidFill>
                  <a:latin typeface="Times New Roman" panose="02020603050405020304" pitchFamily="18" charset="0"/>
                  <a:cs typeface="Times New Roman" panose="02020603050405020304" pitchFamily="18" charset="0"/>
                </a:rPr>
                <a:t>Poor generalization on unseen drugs or targets due to data sparsity and biased training datasets.</a:t>
              </a:r>
              <a:endParaRPr lang="en-US" sz="2000" dirty="0"/>
            </a:p>
          </p:txBody>
        </p:sp>
        <p:sp>
          <p:nvSpPr>
            <p:cNvPr id="32" name="Rounded Rectangle 6"/>
            <p:cNvSpPr/>
            <p:nvPr/>
          </p:nvSpPr>
          <p:spPr>
            <a:xfrm>
              <a:off x="93325" y="2060759"/>
              <a:ext cx="4830343" cy="1725130"/>
            </a:xfrm>
            <a:prstGeom prst="rect">
              <a:avLst/>
            </a:prstGeom>
            <a:noFill/>
            <a:ln>
              <a:noFill/>
            </a:ln>
            <a:effectLst/>
          </p:spPr>
          <p:txBody>
            <a:bodyPr spcFirstLastPara="0" vert="horz" wrap="square" lIns="106680" tIns="106680" rIns="106680" bIns="106680" numCol="1" spcCol="1270" anchor="ctr" anchorCtr="0">
              <a:noAutofit/>
            </a:bodyPr>
            <a:lstStyle/>
            <a:p>
              <a:pPr lvl="0" defTabSz="1244600">
                <a:lnSpc>
                  <a:spcPct val="90000"/>
                </a:lnSpc>
                <a:spcBef>
                  <a:spcPct val="0"/>
                </a:spcBef>
                <a:spcAft>
                  <a:spcPct val="35000"/>
                </a:spcAft>
              </a:pPr>
              <a:endParaRPr kumimoji="0" lang="en-US" sz="2400" b="0" i="0" u="none" strike="noStrike" kern="1200" cap="none" spc="0" normalizeH="0" baseline="0" noProof="0" dirty="0">
                <a:ln>
                  <a:noFill/>
                </a:ln>
                <a:solidFill>
                  <a:sysClr val="window" lastClr="FFFFFF"/>
                </a:solidFill>
                <a:effectLst/>
                <a:uLnTx/>
                <a:uFillTx/>
                <a:latin typeface="Times New Roman" panose="02020603050405020304" pitchFamily="18" charset="0"/>
                <a:cs typeface="Times New Roman" panose="02020603050405020304" pitchFamily="18" charset="0"/>
              </a:endParaRPr>
            </a:p>
          </p:txBody>
        </p:sp>
      </p:grpSp>
      <p:pic>
        <p:nvPicPr>
          <p:cNvPr id="35" name="Picture 34">
            <a:extLst>
              <a:ext uri="{FF2B5EF4-FFF2-40B4-BE49-F238E27FC236}">
                <a16:creationId xmlns:a16="http://schemas.microsoft.com/office/drawing/2014/main" id="{6121EF0A-EE50-4AB6-9C57-A58AAB2687BC}"/>
              </a:ext>
            </a:extLst>
          </p:cNvPr>
          <p:cNvPicPr>
            <a:picLocks noChangeAspect="1"/>
          </p:cNvPicPr>
          <p:nvPr/>
        </p:nvPicPr>
        <p:blipFill>
          <a:blip r:embed="rId11"/>
          <a:stretch>
            <a:fillRect/>
          </a:stretch>
        </p:blipFill>
        <p:spPr>
          <a:xfrm>
            <a:off x="9410700" y="681587"/>
            <a:ext cx="2838426" cy="2042767"/>
          </a:xfrm>
          <a:prstGeom prst="rect">
            <a:avLst/>
          </a:prstGeom>
        </p:spPr>
      </p:pic>
      <p:grpSp>
        <p:nvGrpSpPr>
          <p:cNvPr id="3" name="Group 2">
            <a:extLst>
              <a:ext uri="{FF2B5EF4-FFF2-40B4-BE49-F238E27FC236}">
                <a16:creationId xmlns:a16="http://schemas.microsoft.com/office/drawing/2014/main" id="{33C4B444-6E06-DEAA-1053-CA34501C6757}"/>
              </a:ext>
            </a:extLst>
          </p:cNvPr>
          <p:cNvGrpSpPr/>
          <p:nvPr/>
        </p:nvGrpSpPr>
        <p:grpSpPr>
          <a:xfrm>
            <a:off x="172065" y="5320795"/>
            <a:ext cx="5264819" cy="1659102"/>
            <a:chOff x="0" y="0"/>
            <a:chExt cx="5016993" cy="1911780"/>
          </a:xfrm>
        </p:grpSpPr>
        <p:sp>
          <p:nvSpPr>
            <p:cNvPr id="7" name="Rounded Rectangle 32">
              <a:extLst>
                <a:ext uri="{FF2B5EF4-FFF2-40B4-BE49-F238E27FC236}">
                  <a16:creationId xmlns:a16="http://schemas.microsoft.com/office/drawing/2014/main" id="{21327E5C-9256-103A-985A-A4CC8C39C112}"/>
                </a:ext>
              </a:extLst>
            </p:cNvPr>
            <p:cNvSpPr/>
            <p:nvPr/>
          </p:nvSpPr>
          <p:spPr>
            <a:xfrm>
              <a:off x="0" y="0"/>
              <a:ext cx="5016993" cy="1911780"/>
            </a:xfrm>
            <a:prstGeom prst="roundRect">
              <a:avLst/>
            </a:prstGeom>
            <a:gradFill rotWithShape="1">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p:spPr>
          <p:txBody>
            <a:bodyPr/>
            <a:lstStyle/>
            <a:p>
              <a:r>
                <a:rPr lang="en-US" sz="2400" b="1" dirty="0">
                  <a:solidFill>
                    <a:sysClr val="window" lastClr="FFFFFF"/>
                  </a:solidFill>
                  <a:latin typeface="Times New Roman" panose="02020603050405020304" pitchFamily="18" charset="0"/>
                  <a:cs typeface="Times New Roman" panose="02020603050405020304" pitchFamily="18" charset="0"/>
                </a:rPr>
                <a:t>⬛“Black Box” Models</a:t>
              </a:r>
            </a:p>
            <a:p>
              <a:pPr algn="just"/>
              <a:r>
                <a:rPr lang="en-US" sz="2000" dirty="0">
                  <a:solidFill>
                    <a:sysClr val="window" lastClr="FFFFFF"/>
                  </a:solidFill>
                  <a:latin typeface="Times New Roman" panose="02020603050405020304" pitchFamily="18" charset="0"/>
                  <a:cs typeface="Times New Roman" panose="02020603050405020304" pitchFamily="18" charset="0"/>
                </a:rPr>
                <a:t>Lack of interpretability hinders rational drug design and limits transparency in medicinal chemistry.</a:t>
              </a:r>
              <a:endParaRPr lang="en-US" sz="2000" dirty="0"/>
            </a:p>
          </p:txBody>
        </p:sp>
        <p:sp>
          <p:nvSpPr>
            <p:cNvPr id="10" name="Rounded Rectangle 4">
              <a:extLst>
                <a:ext uri="{FF2B5EF4-FFF2-40B4-BE49-F238E27FC236}">
                  <a16:creationId xmlns:a16="http://schemas.microsoft.com/office/drawing/2014/main" id="{A8CB6247-0218-2B26-B049-55373B40DE5F}"/>
                </a:ext>
              </a:extLst>
            </p:cNvPr>
            <p:cNvSpPr/>
            <p:nvPr/>
          </p:nvSpPr>
          <p:spPr>
            <a:xfrm>
              <a:off x="93325" y="93325"/>
              <a:ext cx="4830343" cy="1725130"/>
            </a:xfrm>
            <a:prstGeom prst="rect">
              <a:avLst/>
            </a:prstGeom>
            <a:noFill/>
            <a:ln>
              <a:noFill/>
            </a:ln>
            <a:effectLst/>
          </p:spPr>
          <p:txBody>
            <a:bodyPr spcFirstLastPara="0" vert="horz" wrap="square" lIns="106680" tIns="106680" rIns="106680" bIns="106680" numCol="1" spcCol="1270" anchor="ctr" anchorCtr="0">
              <a:noAutofit/>
            </a:bodyPr>
            <a:lstStyle/>
            <a:p>
              <a:pPr lvl="0" defTabSz="1244600">
                <a:lnSpc>
                  <a:spcPct val="90000"/>
                </a:lnSpc>
                <a:spcBef>
                  <a:spcPct val="0"/>
                </a:spcBef>
                <a:spcAft>
                  <a:spcPct val="35000"/>
                </a:spcAft>
              </a:pPr>
              <a:endParaRPr kumimoji="0" lang="en-US" sz="2400" b="0" i="0" u="none" strike="noStrike" kern="1200" cap="none" spc="0" normalizeH="0" baseline="0" noProof="0" dirty="0">
                <a:ln>
                  <a:noFill/>
                </a:ln>
                <a:solidFill>
                  <a:sysClr val="window" lastClr="FFFFFF"/>
                </a:solidFill>
                <a:effectLst/>
                <a:uLnTx/>
                <a:uFillTx/>
                <a:latin typeface="Calibri"/>
              </a:endParaRPr>
            </a:p>
          </p:txBody>
        </p:sp>
      </p:grpSp>
    </p:spTree>
    <p:extLst>
      <p:ext uri="{BB962C8B-B14F-4D97-AF65-F5344CB8AC3E}">
        <p14:creationId xmlns:p14="http://schemas.microsoft.com/office/powerpoint/2010/main" val="1098548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AAE9-F585-BDE8-907D-B0D4C177BFE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3EAFD3-81CB-97DD-6372-4F1F979DCAF5}"/>
              </a:ext>
            </a:extLst>
          </p:cNvPr>
          <p:cNvSpPr>
            <a:spLocks noGrp="1"/>
          </p:cNvSpPr>
          <p:nvPr>
            <p:ph type="title"/>
          </p:nvPr>
        </p:nvSpPr>
        <p:spPr/>
        <p:txBody>
          <a:bodyPr/>
          <a:lstStyle/>
          <a:p>
            <a:endParaRPr lang="en-US"/>
          </a:p>
        </p:txBody>
      </p:sp>
      <p:graphicFrame>
        <p:nvGraphicFramePr>
          <p:cNvPr id="14" name="Content Placeholder 13">
            <a:extLst>
              <a:ext uri="{FF2B5EF4-FFF2-40B4-BE49-F238E27FC236}">
                <a16:creationId xmlns:a16="http://schemas.microsoft.com/office/drawing/2014/main" id="{BFDDFE75-A652-49BD-F185-8B582344D6FA}"/>
              </a:ext>
            </a:extLst>
          </p:cNvPr>
          <p:cNvGraphicFramePr>
            <a:graphicFrameLocks noGrp="1"/>
          </p:cNvGraphicFramePr>
          <p:nvPr>
            <p:ph idx="1"/>
            <p:extLst>
              <p:ext uri="{D42A27DB-BD31-4B8C-83A1-F6EECF244321}">
                <p14:modId xmlns:p14="http://schemas.microsoft.com/office/powerpoint/2010/main" val="3035952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5623266F-2EF3-765A-B29D-B809F98DEC3F}"/>
              </a:ext>
            </a:extLst>
          </p:cNvPr>
          <p:cNvSpPr>
            <a:spLocks noGrp="1"/>
          </p:cNvSpPr>
          <p:nvPr>
            <p:ph type="sldNum" sz="quarter" idx="12"/>
          </p:nvPr>
        </p:nvSpPr>
        <p:spPr/>
        <p:txBody>
          <a:bodyPr/>
          <a:lstStyle/>
          <a:p>
            <a:fld id="{EA0BABC1-04C8-4496-87CC-8745EAB9250E}" type="slidenum">
              <a:rPr lang="en-MY" smtClean="0"/>
              <a:pPr/>
              <a:t>5</a:t>
            </a:fld>
            <a:endParaRPr lang="en-MY"/>
          </a:p>
        </p:txBody>
      </p:sp>
      <p:pic>
        <p:nvPicPr>
          <p:cNvPr id="6" name="Picture 5">
            <a:extLst>
              <a:ext uri="{FF2B5EF4-FFF2-40B4-BE49-F238E27FC236}">
                <a16:creationId xmlns:a16="http://schemas.microsoft.com/office/drawing/2014/main" id="{F812D493-43BA-77E3-CB20-F27B4B0CA8E3}"/>
              </a:ext>
            </a:extLst>
          </p:cNvPr>
          <p:cNvPicPr>
            <a:picLocks noChangeAspect="1"/>
          </p:cNvPicPr>
          <p:nvPr/>
        </p:nvPicPr>
        <p:blipFill>
          <a:blip r:embed="rId8"/>
          <a:stretch>
            <a:fillRect/>
          </a:stretch>
        </p:blipFill>
        <p:spPr>
          <a:xfrm>
            <a:off x="-4117" y="91649"/>
            <a:ext cx="12196115" cy="6851944"/>
          </a:xfrm>
          <a:prstGeom prst="rect">
            <a:avLst/>
          </a:prstGeom>
        </p:spPr>
      </p:pic>
      <p:sp>
        <p:nvSpPr>
          <p:cNvPr id="8" name="Title 1">
            <a:extLst>
              <a:ext uri="{FF2B5EF4-FFF2-40B4-BE49-F238E27FC236}">
                <a16:creationId xmlns:a16="http://schemas.microsoft.com/office/drawing/2014/main" id="{B665B78F-B997-C28C-147A-D551C5838AEE}"/>
              </a:ext>
            </a:extLst>
          </p:cNvPr>
          <p:cNvSpPr txBox="1">
            <a:spLocks/>
          </p:cNvSpPr>
          <p:nvPr/>
        </p:nvSpPr>
        <p:spPr bwMode="auto">
          <a:xfrm>
            <a:off x="2672080" y="6056"/>
            <a:ext cx="8229600" cy="177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Research Questions</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2B322308-66B2-60CC-A1BD-3A2D45A980F7}"/>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B98DFB35-3170-CA36-CB6E-14C5C80986BB}"/>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ED212FD1-7B8F-BDAE-4030-3CFA1F215EF1}"/>
              </a:ext>
            </a:extLst>
          </p:cNvPr>
          <p:cNvSpPr txBox="1">
            <a:spLocks noChangeArrowheads="1"/>
          </p:cNvSpPr>
          <p:nvPr/>
        </p:nvSpPr>
        <p:spPr>
          <a:xfrm>
            <a:off x="217016" y="1333501"/>
            <a:ext cx="11753850" cy="53363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b="1" dirty="0"/>
          </a:p>
        </p:txBody>
      </p:sp>
      <p:pic>
        <p:nvPicPr>
          <p:cNvPr id="13" name="Picture 12" descr="The image depicts a cartoonish, headless figure holding a magnifying glass, looking puzzled, with a blue question mark floating above it.&#10;&#10;AI-generated content may be incorrect.">
            <a:extLst>
              <a:ext uri="{FF2B5EF4-FFF2-40B4-BE49-F238E27FC236}">
                <a16:creationId xmlns:a16="http://schemas.microsoft.com/office/drawing/2014/main" id="{91B9ECEA-DE2D-7BB8-8E8A-E7112E52BF51}"/>
              </a:ext>
            </a:extLst>
          </p:cNvPr>
          <p:cNvPicPr>
            <a:picLocks noChangeAspect="1"/>
          </p:cNvPicPr>
          <p:nvPr/>
        </p:nvPicPr>
        <p:blipFill>
          <a:blip r:embed="rId9"/>
          <a:stretch>
            <a:fillRect/>
          </a:stretch>
        </p:blipFill>
        <p:spPr>
          <a:xfrm>
            <a:off x="10246841" y="106564"/>
            <a:ext cx="1724025" cy="1409700"/>
          </a:xfrm>
          <a:prstGeom prst="rect">
            <a:avLst/>
          </a:prstGeom>
        </p:spPr>
      </p:pic>
      <p:grpSp>
        <p:nvGrpSpPr>
          <p:cNvPr id="17" name="Group 16">
            <a:extLst>
              <a:ext uri="{FF2B5EF4-FFF2-40B4-BE49-F238E27FC236}">
                <a16:creationId xmlns:a16="http://schemas.microsoft.com/office/drawing/2014/main" id="{F0259D46-551B-E85E-8C0A-4CCD14232EB6}"/>
              </a:ext>
            </a:extLst>
          </p:cNvPr>
          <p:cNvGrpSpPr/>
          <p:nvPr/>
        </p:nvGrpSpPr>
        <p:grpSpPr>
          <a:xfrm>
            <a:off x="121353" y="1569639"/>
            <a:ext cx="3102359" cy="849712"/>
            <a:chOff x="4526" y="939390"/>
            <a:chExt cx="2721843" cy="1808610"/>
          </a:xfrm>
        </p:grpSpPr>
        <p:sp>
          <p:nvSpPr>
            <p:cNvPr id="18" name="Rectangle 17">
              <a:extLst>
                <a:ext uri="{FF2B5EF4-FFF2-40B4-BE49-F238E27FC236}">
                  <a16:creationId xmlns:a16="http://schemas.microsoft.com/office/drawing/2014/main" id="{BA4D6016-DCB2-3E12-768F-A45477F888EC}"/>
                </a:ext>
              </a:extLst>
            </p:cNvPr>
            <p:cNvSpPr/>
            <p:nvPr/>
          </p:nvSpPr>
          <p:spPr>
            <a:xfrm>
              <a:off x="4526" y="939390"/>
              <a:ext cx="2721843" cy="1808610"/>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dirty="0"/>
            </a:p>
          </p:txBody>
        </p:sp>
        <p:sp>
          <p:nvSpPr>
            <p:cNvPr id="19" name="Rectangle 18">
              <a:extLst>
                <a:ext uri="{FF2B5EF4-FFF2-40B4-BE49-F238E27FC236}">
                  <a16:creationId xmlns:a16="http://schemas.microsoft.com/office/drawing/2014/main" id="{94C062CC-A5E4-E713-D3C5-9CABB6244F70}"/>
                </a:ext>
              </a:extLst>
            </p:cNvPr>
            <p:cNvSpPr/>
            <p:nvPr/>
          </p:nvSpPr>
          <p:spPr>
            <a:xfrm>
              <a:off x="4526" y="939390"/>
              <a:ext cx="2721843" cy="18086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400" b="1" dirty="0">
                  <a:latin typeface="Times New Roman" panose="02020603050405020304" pitchFamily="18" charset="0"/>
                  <a:cs typeface="Times New Roman" panose="02020603050405020304" pitchFamily="18" charset="0"/>
                </a:rPr>
                <a:t>Q1</a:t>
              </a:r>
              <a:endParaRPr lang="en-US" sz="2400" kern="1200" dirty="0"/>
            </a:p>
          </p:txBody>
        </p:sp>
      </p:grpSp>
      <p:grpSp>
        <p:nvGrpSpPr>
          <p:cNvPr id="23" name="Group 22">
            <a:extLst>
              <a:ext uri="{FF2B5EF4-FFF2-40B4-BE49-F238E27FC236}">
                <a16:creationId xmlns:a16="http://schemas.microsoft.com/office/drawing/2014/main" id="{050551A3-C294-4ACA-6302-EE8B8A55B04C}"/>
              </a:ext>
            </a:extLst>
          </p:cNvPr>
          <p:cNvGrpSpPr/>
          <p:nvPr/>
        </p:nvGrpSpPr>
        <p:grpSpPr>
          <a:xfrm>
            <a:off x="102171" y="2422301"/>
            <a:ext cx="3107754" cy="4399977"/>
            <a:chOff x="-7603" y="1966202"/>
            <a:chExt cx="2733972" cy="3209343"/>
          </a:xfrm>
        </p:grpSpPr>
        <p:sp>
          <p:nvSpPr>
            <p:cNvPr id="24" name="Rectangle 23">
              <a:extLst>
                <a:ext uri="{FF2B5EF4-FFF2-40B4-BE49-F238E27FC236}">
                  <a16:creationId xmlns:a16="http://schemas.microsoft.com/office/drawing/2014/main" id="{038AB6BB-4E13-9DBB-4CFA-D5C1C0566FD6}"/>
                </a:ext>
              </a:extLst>
            </p:cNvPr>
            <p:cNvSpPr/>
            <p:nvPr/>
          </p:nvSpPr>
          <p:spPr>
            <a:xfrm>
              <a:off x="4526" y="1966202"/>
              <a:ext cx="2721843" cy="2810880"/>
            </a:xfrm>
            <a:prstGeom prst="rect">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25" name="Rectangle 24">
              <a:extLst>
                <a:ext uri="{FF2B5EF4-FFF2-40B4-BE49-F238E27FC236}">
                  <a16:creationId xmlns:a16="http://schemas.microsoft.com/office/drawing/2014/main" id="{F1BBA148-73C7-1FC4-4B40-D0261DE17CB2}"/>
                </a:ext>
              </a:extLst>
            </p:cNvPr>
            <p:cNvSpPr/>
            <p:nvPr/>
          </p:nvSpPr>
          <p:spPr>
            <a:xfrm>
              <a:off x="-7603" y="2364665"/>
              <a:ext cx="2721843" cy="2810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228600" lvl="1" indent="-228600" defTabSz="889000">
                <a:lnSpc>
                  <a:spcPct val="90000"/>
                </a:lnSpc>
                <a:spcBef>
                  <a:spcPct val="0"/>
                </a:spcBef>
                <a:spcAft>
                  <a:spcPct val="15000"/>
                </a:spcAft>
                <a:buFontTx/>
                <a:buChar char="••"/>
              </a:pPr>
              <a:r>
                <a:rPr lang="en-US" sz="2000" dirty="0">
                  <a:solidFill>
                    <a:srgbClr val="3A4A5C"/>
                  </a:solidFill>
                  <a:latin typeface="New time roman"/>
                  <a:ea typeface="Calibri" pitchFamily="34" charset="-122"/>
                  <a:cs typeface="Calibri" pitchFamily="34" charset="-120"/>
                </a:rPr>
                <a:t>How can a Gated Cross-Attention fusion mechanism effectively integrate GNN-based drug and RNN-based protein representations to improve DTI prediction over static concatenation methods?</a:t>
              </a:r>
              <a:endParaRPr lang="en-US" sz="2000" dirty="0">
                <a:latin typeface="New time roman"/>
              </a:endParaRPr>
            </a:p>
            <a:p>
              <a:pPr marL="228600" lvl="1" indent="-228600" defTabSz="889000">
                <a:lnSpc>
                  <a:spcPct val="90000"/>
                </a:lnSpc>
                <a:spcBef>
                  <a:spcPct val="0"/>
                </a:spcBef>
                <a:spcAft>
                  <a:spcPct val="15000"/>
                </a:spcAft>
                <a:buChar char="••"/>
              </a:pPr>
              <a:endParaRPr lang="en-US" sz="2400" kern="1200" dirty="0"/>
            </a:p>
          </p:txBody>
        </p:sp>
      </p:grpSp>
      <p:sp>
        <p:nvSpPr>
          <p:cNvPr id="37" name="Rectangle 36">
            <a:extLst>
              <a:ext uri="{FF2B5EF4-FFF2-40B4-BE49-F238E27FC236}">
                <a16:creationId xmlns:a16="http://schemas.microsoft.com/office/drawing/2014/main" id="{8D7D0019-A4E7-8F17-8683-8FA4CCE57D59}"/>
              </a:ext>
            </a:extLst>
          </p:cNvPr>
          <p:cNvSpPr/>
          <p:nvPr/>
        </p:nvSpPr>
        <p:spPr>
          <a:xfrm>
            <a:off x="6405415" y="4132713"/>
            <a:ext cx="2721843" cy="2810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0" lvl="1" algn="l" defTabSz="889000">
              <a:lnSpc>
                <a:spcPct val="90000"/>
              </a:lnSpc>
              <a:spcBef>
                <a:spcPct val="0"/>
              </a:spcBef>
              <a:spcAft>
                <a:spcPct val="15000"/>
              </a:spcAft>
            </a:pPr>
            <a:endParaRPr lang="en-US" sz="2400" kern="1200" dirty="0"/>
          </a:p>
        </p:txBody>
      </p:sp>
      <p:sp>
        <p:nvSpPr>
          <p:cNvPr id="40" name="Rectangle 39">
            <a:extLst>
              <a:ext uri="{FF2B5EF4-FFF2-40B4-BE49-F238E27FC236}">
                <a16:creationId xmlns:a16="http://schemas.microsoft.com/office/drawing/2014/main" id="{27148AF9-A897-7A78-BEDD-FD972AEB07A9}"/>
              </a:ext>
            </a:extLst>
          </p:cNvPr>
          <p:cNvSpPr/>
          <p:nvPr/>
        </p:nvSpPr>
        <p:spPr>
          <a:xfrm>
            <a:off x="8034229" y="1481733"/>
            <a:ext cx="2721843" cy="81914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400" b="1" dirty="0">
                <a:latin typeface="Times New Roman" panose="02020603050405020304" pitchFamily="18" charset="0"/>
                <a:cs typeface="Times New Roman" panose="02020603050405020304" pitchFamily="18" charset="0"/>
              </a:rPr>
              <a:t>Q1</a:t>
            </a:r>
            <a:endParaRPr lang="en-US" sz="2400" kern="1200" dirty="0"/>
          </a:p>
        </p:txBody>
      </p:sp>
      <p:grpSp>
        <p:nvGrpSpPr>
          <p:cNvPr id="41" name="Group 40">
            <a:extLst>
              <a:ext uri="{FF2B5EF4-FFF2-40B4-BE49-F238E27FC236}">
                <a16:creationId xmlns:a16="http://schemas.microsoft.com/office/drawing/2014/main" id="{37F285EF-0DE4-3B4D-3D59-902FEA9544C7}"/>
              </a:ext>
            </a:extLst>
          </p:cNvPr>
          <p:cNvGrpSpPr/>
          <p:nvPr/>
        </p:nvGrpSpPr>
        <p:grpSpPr>
          <a:xfrm>
            <a:off x="3920343" y="1401171"/>
            <a:ext cx="3093967" cy="1031078"/>
            <a:chOff x="4526" y="939390"/>
            <a:chExt cx="2721843" cy="2055455"/>
          </a:xfrm>
        </p:grpSpPr>
        <p:sp>
          <p:nvSpPr>
            <p:cNvPr id="42" name="Rectangle 41">
              <a:extLst>
                <a:ext uri="{FF2B5EF4-FFF2-40B4-BE49-F238E27FC236}">
                  <a16:creationId xmlns:a16="http://schemas.microsoft.com/office/drawing/2014/main" id="{A0315E0D-A37D-C89B-1B05-2B1610361B7B}"/>
                </a:ext>
              </a:extLst>
            </p:cNvPr>
            <p:cNvSpPr/>
            <p:nvPr/>
          </p:nvSpPr>
          <p:spPr>
            <a:xfrm>
              <a:off x="4526" y="1186235"/>
              <a:ext cx="2721843" cy="1808610"/>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dirty="0"/>
            </a:p>
          </p:txBody>
        </p:sp>
        <p:sp>
          <p:nvSpPr>
            <p:cNvPr id="43" name="Rectangle 42">
              <a:extLst>
                <a:ext uri="{FF2B5EF4-FFF2-40B4-BE49-F238E27FC236}">
                  <a16:creationId xmlns:a16="http://schemas.microsoft.com/office/drawing/2014/main" id="{B4330360-E2FC-3555-C545-CEB62927BA3C}"/>
                </a:ext>
              </a:extLst>
            </p:cNvPr>
            <p:cNvSpPr/>
            <p:nvPr/>
          </p:nvSpPr>
          <p:spPr>
            <a:xfrm>
              <a:off x="4526" y="939390"/>
              <a:ext cx="2721843" cy="18086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400" b="1" dirty="0">
                  <a:latin typeface="Times New Roman" panose="02020603050405020304" pitchFamily="18" charset="0"/>
                  <a:cs typeface="Times New Roman" panose="02020603050405020304" pitchFamily="18" charset="0"/>
                </a:rPr>
                <a:t>Q2</a:t>
              </a:r>
              <a:endParaRPr lang="en-US" sz="2400" kern="1200" dirty="0"/>
            </a:p>
          </p:txBody>
        </p:sp>
      </p:grpSp>
      <p:sp>
        <p:nvSpPr>
          <p:cNvPr id="46" name="Rectangle 45">
            <a:extLst>
              <a:ext uri="{FF2B5EF4-FFF2-40B4-BE49-F238E27FC236}">
                <a16:creationId xmlns:a16="http://schemas.microsoft.com/office/drawing/2014/main" id="{D63A90BA-B4E8-6660-64FB-DFE691EAFA7E}"/>
              </a:ext>
            </a:extLst>
          </p:cNvPr>
          <p:cNvSpPr/>
          <p:nvPr/>
        </p:nvSpPr>
        <p:spPr>
          <a:xfrm>
            <a:off x="578553" y="2057403"/>
            <a:ext cx="2721843" cy="81914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endParaRPr lang="en-US" sz="2400" kern="1200" dirty="0"/>
          </a:p>
        </p:txBody>
      </p:sp>
      <p:grpSp>
        <p:nvGrpSpPr>
          <p:cNvPr id="50" name="Group 49">
            <a:extLst>
              <a:ext uri="{FF2B5EF4-FFF2-40B4-BE49-F238E27FC236}">
                <a16:creationId xmlns:a16="http://schemas.microsoft.com/office/drawing/2014/main" id="{D6883AF4-0CFC-A37B-28C6-EE88C3E126AC}"/>
              </a:ext>
            </a:extLst>
          </p:cNvPr>
          <p:cNvGrpSpPr/>
          <p:nvPr/>
        </p:nvGrpSpPr>
        <p:grpSpPr>
          <a:xfrm>
            <a:off x="7671708" y="1516264"/>
            <a:ext cx="3040027" cy="829859"/>
            <a:chOff x="4526" y="939390"/>
            <a:chExt cx="2721843" cy="1808610"/>
          </a:xfrm>
        </p:grpSpPr>
        <p:sp>
          <p:nvSpPr>
            <p:cNvPr id="51" name="Rectangle 50">
              <a:extLst>
                <a:ext uri="{FF2B5EF4-FFF2-40B4-BE49-F238E27FC236}">
                  <a16:creationId xmlns:a16="http://schemas.microsoft.com/office/drawing/2014/main" id="{0B713010-E433-9B7A-A075-B653ED70E9E3}"/>
                </a:ext>
              </a:extLst>
            </p:cNvPr>
            <p:cNvSpPr/>
            <p:nvPr/>
          </p:nvSpPr>
          <p:spPr>
            <a:xfrm>
              <a:off x="4526" y="939390"/>
              <a:ext cx="2721843" cy="1808610"/>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dirty="0"/>
            </a:p>
          </p:txBody>
        </p:sp>
        <p:sp>
          <p:nvSpPr>
            <p:cNvPr id="52" name="Rectangle 51">
              <a:extLst>
                <a:ext uri="{FF2B5EF4-FFF2-40B4-BE49-F238E27FC236}">
                  <a16:creationId xmlns:a16="http://schemas.microsoft.com/office/drawing/2014/main" id="{463FB2B6-83E4-536E-B5A6-0CC01DEEB92B}"/>
                </a:ext>
              </a:extLst>
            </p:cNvPr>
            <p:cNvSpPr/>
            <p:nvPr/>
          </p:nvSpPr>
          <p:spPr>
            <a:xfrm>
              <a:off x="4526" y="939390"/>
              <a:ext cx="2721843" cy="18086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400" b="1" dirty="0">
                  <a:latin typeface="Times New Roman" panose="02020603050405020304" pitchFamily="18" charset="0"/>
                  <a:cs typeface="Times New Roman" panose="02020603050405020304" pitchFamily="18" charset="0"/>
                </a:rPr>
                <a:t>Q3</a:t>
              </a:r>
              <a:endParaRPr lang="en-US" sz="2400" kern="1200" dirty="0"/>
            </a:p>
          </p:txBody>
        </p:sp>
      </p:grpSp>
      <p:grpSp>
        <p:nvGrpSpPr>
          <p:cNvPr id="59" name="Group 58">
            <a:extLst>
              <a:ext uri="{FF2B5EF4-FFF2-40B4-BE49-F238E27FC236}">
                <a16:creationId xmlns:a16="http://schemas.microsoft.com/office/drawing/2014/main" id="{BF2A107D-3D46-4CA0-23D5-4EF3764E2018}"/>
              </a:ext>
            </a:extLst>
          </p:cNvPr>
          <p:cNvGrpSpPr/>
          <p:nvPr/>
        </p:nvGrpSpPr>
        <p:grpSpPr>
          <a:xfrm>
            <a:off x="3912055" y="2434230"/>
            <a:ext cx="3107753" cy="4285016"/>
            <a:chOff x="-7603" y="2050053"/>
            <a:chExt cx="2733971" cy="3125492"/>
          </a:xfrm>
        </p:grpSpPr>
        <p:sp>
          <p:nvSpPr>
            <p:cNvPr id="60" name="Rectangle 59">
              <a:extLst>
                <a:ext uri="{FF2B5EF4-FFF2-40B4-BE49-F238E27FC236}">
                  <a16:creationId xmlns:a16="http://schemas.microsoft.com/office/drawing/2014/main" id="{2BCE7D7B-12B4-2533-70C8-A7FE9ED12723}"/>
                </a:ext>
              </a:extLst>
            </p:cNvPr>
            <p:cNvSpPr/>
            <p:nvPr/>
          </p:nvSpPr>
          <p:spPr>
            <a:xfrm>
              <a:off x="4525" y="2050053"/>
              <a:ext cx="2721843" cy="2810880"/>
            </a:xfrm>
            <a:prstGeom prst="rect">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61" name="Rectangle 60">
              <a:extLst>
                <a:ext uri="{FF2B5EF4-FFF2-40B4-BE49-F238E27FC236}">
                  <a16:creationId xmlns:a16="http://schemas.microsoft.com/office/drawing/2014/main" id="{71D3CCAB-8BA9-8800-AAD1-122A0594E2EA}"/>
                </a:ext>
              </a:extLst>
            </p:cNvPr>
            <p:cNvSpPr/>
            <p:nvPr/>
          </p:nvSpPr>
          <p:spPr>
            <a:xfrm>
              <a:off x="-7603" y="2364665"/>
              <a:ext cx="2721843" cy="2810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228600" lvl="1" indent="-228600" defTabSz="889000">
                <a:lnSpc>
                  <a:spcPct val="90000"/>
                </a:lnSpc>
                <a:spcBef>
                  <a:spcPct val="0"/>
                </a:spcBef>
                <a:spcAft>
                  <a:spcPct val="15000"/>
                </a:spcAft>
                <a:buFontTx/>
                <a:buChar char="••"/>
              </a:pPr>
              <a:r>
                <a:rPr lang="en-US" sz="2000" dirty="0">
                  <a:solidFill>
                    <a:srgbClr val="3A4A5C"/>
                  </a:solidFill>
                  <a:latin typeface="New time roman"/>
                  <a:ea typeface="Calibri" pitchFamily="34" charset="-122"/>
                  <a:cs typeface="Calibri" pitchFamily="34" charset="-120"/>
                </a:rPr>
                <a:t>To what extent can pre-trained molecular and protein language embeddings, combined with imbalance-aware learning, improve generalization to unseen drugs, targets, and cross-dataset scenarios?</a:t>
              </a:r>
              <a:endParaRPr lang="en-US" sz="2000" dirty="0">
                <a:latin typeface="New time roman"/>
              </a:endParaRPr>
            </a:p>
            <a:p>
              <a:pPr marL="228600" lvl="1" indent="-228600" defTabSz="889000">
                <a:lnSpc>
                  <a:spcPct val="90000"/>
                </a:lnSpc>
                <a:spcBef>
                  <a:spcPct val="0"/>
                </a:spcBef>
                <a:spcAft>
                  <a:spcPct val="15000"/>
                </a:spcAft>
                <a:buChar char="••"/>
              </a:pPr>
              <a:endParaRPr lang="en-US" sz="2400" kern="1200" dirty="0"/>
            </a:p>
          </p:txBody>
        </p:sp>
      </p:grpSp>
      <p:grpSp>
        <p:nvGrpSpPr>
          <p:cNvPr id="62" name="Group 61">
            <a:extLst>
              <a:ext uri="{FF2B5EF4-FFF2-40B4-BE49-F238E27FC236}">
                <a16:creationId xmlns:a16="http://schemas.microsoft.com/office/drawing/2014/main" id="{5E7D8C2A-BFEE-EB2D-2862-23B078B2C4A7}"/>
              </a:ext>
            </a:extLst>
          </p:cNvPr>
          <p:cNvGrpSpPr/>
          <p:nvPr/>
        </p:nvGrpSpPr>
        <p:grpSpPr>
          <a:xfrm>
            <a:off x="7617768" y="2366374"/>
            <a:ext cx="3107754" cy="4399977"/>
            <a:chOff x="-7603" y="1966202"/>
            <a:chExt cx="2733972" cy="3209343"/>
          </a:xfrm>
        </p:grpSpPr>
        <p:sp>
          <p:nvSpPr>
            <p:cNvPr id="63" name="Rectangle 62">
              <a:extLst>
                <a:ext uri="{FF2B5EF4-FFF2-40B4-BE49-F238E27FC236}">
                  <a16:creationId xmlns:a16="http://schemas.microsoft.com/office/drawing/2014/main" id="{3D1F3A5B-B23A-DD6D-68C7-AF96864D9802}"/>
                </a:ext>
              </a:extLst>
            </p:cNvPr>
            <p:cNvSpPr/>
            <p:nvPr/>
          </p:nvSpPr>
          <p:spPr>
            <a:xfrm>
              <a:off x="4526" y="1966202"/>
              <a:ext cx="2721843" cy="2810880"/>
            </a:xfrm>
            <a:prstGeom prst="rect">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64" name="Rectangle 63">
              <a:extLst>
                <a:ext uri="{FF2B5EF4-FFF2-40B4-BE49-F238E27FC236}">
                  <a16:creationId xmlns:a16="http://schemas.microsoft.com/office/drawing/2014/main" id="{803AAB23-077F-A94C-5B58-2750AC0F6693}"/>
                </a:ext>
              </a:extLst>
            </p:cNvPr>
            <p:cNvSpPr/>
            <p:nvPr/>
          </p:nvSpPr>
          <p:spPr>
            <a:xfrm>
              <a:off x="-7603" y="2364665"/>
              <a:ext cx="2721843" cy="2810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228600" lvl="1" indent="-228600" defTabSz="889000">
                <a:lnSpc>
                  <a:spcPct val="90000"/>
                </a:lnSpc>
                <a:spcBef>
                  <a:spcPct val="0"/>
                </a:spcBef>
                <a:spcAft>
                  <a:spcPct val="15000"/>
                </a:spcAft>
                <a:buFontTx/>
                <a:buChar char="••"/>
              </a:pPr>
              <a:r>
                <a:rPr lang="en-US" sz="2000" dirty="0">
                  <a:solidFill>
                    <a:srgbClr val="3A4A5C"/>
                  </a:solidFill>
                  <a:latin typeface="New time roman"/>
                  <a:ea typeface="Calibri" pitchFamily="34" charset="-122"/>
                  <a:cs typeface="Calibri" pitchFamily="34" charset="-120"/>
                </a:rPr>
                <a:t>Can an attention-enhanced hybrid model provide interpretable, biologically meaningful insights by identifying key binding residues and pharmacophoric features?</a:t>
              </a:r>
              <a:endParaRPr lang="en-US" sz="2000" dirty="0">
                <a:latin typeface="New time roman"/>
              </a:endParaRPr>
            </a:p>
            <a:p>
              <a:pPr marL="228600" lvl="1" indent="-228600" defTabSz="889000">
                <a:lnSpc>
                  <a:spcPct val="90000"/>
                </a:lnSpc>
                <a:spcBef>
                  <a:spcPct val="0"/>
                </a:spcBef>
                <a:spcAft>
                  <a:spcPct val="15000"/>
                </a:spcAft>
                <a:buChar char="••"/>
              </a:pPr>
              <a:endParaRPr lang="en-US" sz="2400" kern="1200" dirty="0">
                <a:latin typeface="New time roman"/>
              </a:endParaRPr>
            </a:p>
          </p:txBody>
        </p:sp>
      </p:grpSp>
    </p:spTree>
    <p:extLst>
      <p:ext uri="{BB962C8B-B14F-4D97-AF65-F5344CB8AC3E}">
        <p14:creationId xmlns:p14="http://schemas.microsoft.com/office/powerpoint/2010/main" val="353104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92A21-EE3B-CF4C-3B8B-9C07D2A4261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E19C4C-62EF-4A9A-3C59-BA67E7245ACA}"/>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9358BC89-F218-122E-3334-39FC6F55473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22530BC-7A31-A1D2-1239-7A0D8B92EA59}"/>
              </a:ext>
            </a:extLst>
          </p:cNvPr>
          <p:cNvSpPr>
            <a:spLocks noGrp="1"/>
          </p:cNvSpPr>
          <p:nvPr>
            <p:ph type="sldNum" sz="quarter" idx="12"/>
          </p:nvPr>
        </p:nvSpPr>
        <p:spPr/>
        <p:txBody>
          <a:bodyPr/>
          <a:lstStyle/>
          <a:p>
            <a:fld id="{EA0BABC1-04C8-4496-87CC-8745EAB9250E}" type="slidenum">
              <a:rPr lang="en-MY" smtClean="0"/>
              <a:pPr/>
              <a:t>6</a:t>
            </a:fld>
            <a:endParaRPr lang="en-MY"/>
          </a:p>
        </p:txBody>
      </p:sp>
      <p:pic>
        <p:nvPicPr>
          <p:cNvPr id="6" name="Picture 5">
            <a:extLst>
              <a:ext uri="{FF2B5EF4-FFF2-40B4-BE49-F238E27FC236}">
                <a16:creationId xmlns:a16="http://schemas.microsoft.com/office/drawing/2014/main" id="{8A1C381A-7A06-0BAF-3786-A52072C34F16}"/>
              </a:ext>
            </a:extLst>
          </p:cNvPr>
          <p:cNvPicPr>
            <a:picLocks noChangeAspect="1"/>
          </p:cNvPicPr>
          <p:nvPr/>
        </p:nvPicPr>
        <p:blipFill>
          <a:blip r:embed="rId3"/>
          <a:stretch>
            <a:fillRect/>
          </a:stretch>
        </p:blipFill>
        <p:spPr>
          <a:xfrm>
            <a:off x="-4116" y="6056"/>
            <a:ext cx="12196115" cy="6851944"/>
          </a:xfrm>
          <a:prstGeom prst="rect">
            <a:avLst/>
          </a:prstGeom>
        </p:spPr>
      </p:pic>
      <p:sp>
        <p:nvSpPr>
          <p:cNvPr id="8" name="Title 1">
            <a:extLst>
              <a:ext uri="{FF2B5EF4-FFF2-40B4-BE49-F238E27FC236}">
                <a16:creationId xmlns:a16="http://schemas.microsoft.com/office/drawing/2014/main" id="{D5AE43C3-72DF-A1BA-D3D4-BAD542984F29}"/>
              </a:ext>
            </a:extLst>
          </p:cNvPr>
          <p:cNvSpPr txBox="1">
            <a:spLocks/>
          </p:cNvSpPr>
          <p:nvPr/>
        </p:nvSpPr>
        <p:spPr bwMode="auto">
          <a:xfrm>
            <a:off x="2672080" y="6056"/>
            <a:ext cx="8229600" cy="177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6ECFA92A-8DC8-C967-FE68-D9549ED21D63}"/>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2EF6BE5B-3A44-0417-B776-3EE7BA337D65}"/>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2B86FC64-A765-5BE2-A8C1-902A9576CA68}"/>
              </a:ext>
            </a:extLst>
          </p:cNvPr>
          <p:cNvSpPr txBox="1">
            <a:spLocks noChangeArrowheads="1"/>
          </p:cNvSpPr>
          <p:nvPr/>
        </p:nvSpPr>
        <p:spPr>
          <a:xfrm>
            <a:off x="217016" y="3200401"/>
            <a:ext cx="11753850" cy="53363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Main aim</a:t>
            </a:r>
          </a:p>
          <a:p>
            <a:pPr marL="0" indent="0">
              <a:buNone/>
            </a:pPr>
            <a:r>
              <a:rPr lang="en-US" dirty="0">
                <a:latin typeface="Times New Roman" panose="02020603050405020304" pitchFamily="18" charset="0"/>
                <a:cs typeface="Times New Roman" panose="02020603050405020304" pitchFamily="18" charset="0"/>
              </a:rPr>
              <a:t>To develop a CNN-based predictive models that integrates heterogeneous biological data to enhance DTI prediction accuracy.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To design a novel CNN architecture capable of learning and integrating heterogeneous biological datasets. </a:t>
            </a:r>
          </a:p>
          <a:p>
            <a:pPr marL="514350" indent="-514350">
              <a:buFont typeface="+mj-lt"/>
              <a:buAutoNum type="arabicPeriod"/>
            </a:pPr>
            <a:r>
              <a:rPr lang="en-US" dirty="0">
                <a:latin typeface="Times New Roman" panose="02020603050405020304" pitchFamily="18" charset="0"/>
                <a:ea typeface="Calibri" panose="020F0502020204030204" pitchFamily="34" charset="0"/>
                <a:cs typeface="Times New Roman" panose="02020603050405020304" pitchFamily="18" charset="0"/>
              </a:rPr>
              <a:t>To develop and train the proposed model on benchmark DTI datasets. </a:t>
            </a:r>
          </a:p>
          <a:p>
            <a:pPr marL="514350" indent="-514350">
              <a:buFont typeface="+mj-lt"/>
              <a:buAutoNum type="arabicPeriod"/>
            </a:pPr>
            <a:r>
              <a:rPr lang="en-US" dirty="0">
                <a:latin typeface="Times New Roman" panose="02020603050405020304" pitchFamily="18" charset="0"/>
                <a:ea typeface="Calibri" panose="020F0502020204030204" pitchFamily="34" charset="0"/>
                <a:cs typeface="Times New Roman" panose="02020603050405020304" pitchFamily="18" charset="0"/>
              </a:rPr>
              <a:t>To evaluate and compare the proposed model’s performance with existing state-of-the-art DTI prediction models. </a:t>
            </a: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0" indent="0">
              <a:buNone/>
            </a:pPr>
            <a:endParaRPr lang="en-US" b="1" dirty="0"/>
          </a:p>
        </p:txBody>
      </p:sp>
      <p:pic>
        <p:nvPicPr>
          <p:cNvPr id="10" name="Content Placeholder 1" descr="learning-objectives-training-content-assessments">
            <a:extLst>
              <a:ext uri="{FF2B5EF4-FFF2-40B4-BE49-F238E27FC236}">
                <a16:creationId xmlns:a16="http://schemas.microsoft.com/office/drawing/2014/main" id="{0FC919CC-E524-8572-A8E4-D1BBF1C7543B}"/>
              </a:ext>
            </a:extLst>
          </p:cNvPr>
          <p:cNvPicPr>
            <a:picLocks noChangeAspect="1"/>
          </p:cNvPicPr>
          <p:nvPr/>
        </p:nvPicPr>
        <p:blipFill>
          <a:blip r:embed="rId4"/>
          <a:srcRect l="18589" r="17315"/>
          <a:stretch>
            <a:fillRect/>
          </a:stretch>
        </p:blipFill>
        <p:spPr bwMode="auto">
          <a:xfrm>
            <a:off x="632751" y="1140027"/>
            <a:ext cx="1062362" cy="726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FF717EC7-9FC0-3621-FC8D-D3242813E2A7}"/>
              </a:ext>
            </a:extLst>
          </p:cNvPr>
          <p:cNvSpPr/>
          <p:nvPr/>
        </p:nvSpPr>
        <p:spPr>
          <a:xfrm>
            <a:off x="4010025" y="381000"/>
            <a:ext cx="5295900" cy="6494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4000" b="1" dirty="0">
                <a:solidFill>
                  <a:schemeClr val="tx1"/>
                </a:solidFill>
                <a:latin typeface="Calibri" panose="020F0502020204030204" pitchFamily="34" charset="0"/>
              </a:rPr>
              <a:t>Research Objectives</a:t>
            </a:r>
            <a:endParaRPr lang="en-US" altLang="en-US" sz="4000" b="1" dirty="0">
              <a:solidFill>
                <a:schemeClr val="tx1"/>
              </a:solidFill>
              <a:latin typeface="Calibri" panose="020F0502020204030204" pitchFamily="34" charset="0"/>
            </a:endParaRPr>
          </a:p>
          <a:p>
            <a:pPr algn="ctr"/>
            <a:endParaRPr lang="en-US" dirty="0"/>
          </a:p>
        </p:txBody>
      </p:sp>
      <p:sp>
        <p:nvSpPr>
          <p:cNvPr id="12" name="Rectangle 2">
            <a:extLst>
              <a:ext uri="{FF2B5EF4-FFF2-40B4-BE49-F238E27FC236}">
                <a16:creationId xmlns:a16="http://schemas.microsoft.com/office/drawing/2014/main" id="{17192A11-DF02-FABE-0C25-72603DD7C821}"/>
              </a:ext>
            </a:extLst>
          </p:cNvPr>
          <p:cNvSpPr/>
          <p:nvPr/>
        </p:nvSpPr>
        <p:spPr bwMode="auto">
          <a:xfrm>
            <a:off x="1695113" y="1085062"/>
            <a:ext cx="10306387" cy="169197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000" dirty="0">
                <a:solidFill>
                  <a:srgbClr val="FFFFFF"/>
                </a:solidFill>
                <a:latin typeface="New time roman"/>
                <a:ea typeface="Calibri" pitchFamily="34" charset="-122"/>
                <a:cs typeface="Calibri" pitchFamily="34" charset="-120"/>
              </a:rPr>
              <a:t>Design a hybrid GNN + RNN model with dynamic cross-modal fusion to improve DTI prediction accuracy, generalization, and interpretability.</a:t>
            </a:r>
            <a:endParaRPr lang="en-US" sz="2000" dirty="0">
              <a:latin typeface="New time roman"/>
            </a:endParaRPr>
          </a:p>
        </p:txBody>
      </p:sp>
      <p:sp>
        <p:nvSpPr>
          <p:cNvPr id="13" name="Rounded Rectangle 35">
            <a:extLst>
              <a:ext uri="{FF2B5EF4-FFF2-40B4-BE49-F238E27FC236}">
                <a16:creationId xmlns:a16="http://schemas.microsoft.com/office/drawing/2014/main" id="{BDEE4ABF-349E-35F6-A897-AB3FEBD5BD57}"/>
              </a:ext>
            </a:extLst>
          </p:cNvPr>
          <p:cNvSpPr/>
          <p:nvPr/>
        </p:nvSpPr>
        <p:spPr>
          <a:xfrm rot="275304">
            <a:off x="1731465" y="1142047"/>
            <a:ext cx="1174626" cy="453374"/>
          </a:xfrm>
          <a:prstGeom prst="roundRect">
            <a:avLst/>
          </a:prstGeom>
          <a:solidFill>
            <a:schemeClr val="bg2"/>
          </a:solidFill>
          <a:effectLst>
            <a:outerShdw blurRad="50800" dist="38100" dir="16200000" rotWithShape="0">
              <a:prstClr val="black">
                <a:alpha val="40000"/>
              </a:prstClr>
            </a:outerShdw>
          </a:effectLst>
          <a:scene3d>
            <a:camera prst="orthographicFront"/>
            <a:lightRig rig="threePt" dir="t">
              <a:rot lat="0" lon="0" rev="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fontAlgn="auto" hangingPunct="1">
              <a:spcBef>
                <a:spcPts val="0"/>
              </a:spcBef>
              <a:spcAft>
                <a:spcPts val="0"/>
              </a:spcAft>
            </a:pPr>
            <a:r>
              <a:rPr lang="en-US" sz="1600" b="1" dirty="0">
                <a:solidFill>
                  <a:prstClr val="black"/>
                </a:solidFill>
                <a:latin typeface="Times New Roman" panose="02020603050405020304" pitchFamily="18" charset="0"/>
                <a:ea typeface="Calibri" panose="020F0502020204030204"/>
                <a:cs typeface="Times New Roman" panose="02020603050405020304" pitchFamily="18" charset="0"/>
                <a:sym typeface="+mn-ea"/>
              </a:rPr>
              <a:t>Main Aim</a:t>
            </a:r>
            <a:endParaRPr lang="en-US" sz="1600" b="1" dirty="0">
              <a:solidFill>
                <a:prstClr val="black"/>
              </a:solidFill>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227394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down)">
                                      <p:cBhvr>
                                        <p:cTn id="13" dur="580">
                                          <p:stCondLst>
                                            <p:cond delay="0"/>
                                          </p:stCondLst>
                                        </p:cTn>
                                        <p:tgtEl>
                                          <p:spTgt spid="13"/>
                                        </p:tgtEl>
                                      </p:cBhvr>
                                    </p:animEffect>
                                    <p:anim calcmode="lin" valueType="num">
                                      <p:cBhvr>
                                        <p:cTn id="14"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9" dur="26">
                                          <p:stCondLst>
                                            <p:cond delay="650"/>
                                          </p:stCondLst>
                                        </p:cTn>
                                        <p:tgtEl>
                                          <p:spTgt spid="13"/>
                                        </p:tgtEl>
                                      </p:cBhvr>
                                      <p:to x="100000" y="60000"/>
                                    </p:animScale>
                                    <p:animScale>
                                      <p:cBhvr>
                                        <p:cTn id="20" dur="166" decel="50000">
                                          <p:stCondLst>
                                            <p:cond delay="676"/>
                                          </p:stCondLst>
                                        </p:cTn>
                                        <p:tgtEl>
                                          <p:spTgt spid="13"/>
                                        </p:tgtEl>
                                      </p:cBhvr>
                                      <p:to x="100000" y="100000"/>
                                    </p:animScale>
                                    <p:animScale>
                                      <p:cBhvr>
                                        <p:cTn id="21" dur="26">
                                          <p:stCondLst>
                                            <p:cond delay="1312"/>
                                          </p:stCondLst>
                                        </p:cTn>
                                        <p:tgtEl>
                                          <p:spTgt spid="13"/>
                                        </p:tgtEl>
                                      </p:cBhvr>
                                      <p:to x="100000" y="80000"/>
                                    </p:animScale>
                                    <p:animScale>
                                      <p:cBhvr>
                                        <p:cTn id="22" dur="166" decel="50000">
                                          <p:stCondLst>
                                            <p:cond delay="1338"/>
                                          </p:stCondLst>
                                        </p:cTn>
                                        <p:tgtEl>
                                          <p:spTgt spid="13"/>
                                        </p:tgtEl>
                                      </p:cBhvr>
                                      <p:to x="100000" y="100000"/>
                                    </p:animScale>
                                    <p:animScale>
                                      <p:cBhvr>
                                        <p:cTn id="23" dur="26">
                                          <p:stCondLst>
                                            <p:cond delay="1642"/>
                                          </p:stCondLst>
                                        </p:cTn>
                                        <p:tgtEl>
                                          <p:spTgt spid="13"/>
                                        </p:tgtEl>
                                      </p:cBhvr>
                                      <p:to x="100000" y="90000"/>
                                    </p:animScale>
                                    <p:animScale>
                                      <p:cBhvr>
                                        <p:cTn id="24" dur="166" decel="50000">
                                          <p:stCondLst>
                                            <p:cond delay="1668"/>
                                          </p:stCondLst>
                                        </p:cTn>
                                        <p:tgtEl>
                                          <p:spTgt spid="13"/>
                                        </p:tgtEl>
                                      </p:cBhvr>
                                      <p:to x="100000" y="100000"/>
                                    </p:animScale>
                                    <p:animScale>
                                      <p:cBhvr>
                                        <p:cTn id="25" dur="26">
                                          <p:stCondLst>
                                            <p:cond delay="1808"/>
                                          </p:stCondLst>
                                        </p:cTn>
                                        <p:tgtEl>
                                          <p:spTgt spid="13"/>
                                        </p:tgtEl>
                                      </p:cBhvr>
                                      <p:to x="100000" y="95000"/>
                                    </p:animScale>
                                    <p:animScale>
                                      <p:cBhvr>
                                        <p:cTn id="26" dur="166" decel="50000">
                                          <p:stCondLst>
                                            <p:cond delay="1834"/>
                                          </p:stCondLst>
                                        </p:cTn>
                                        <p:tgtEl>
                                          <p:spTgt spid="13"/>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1"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960B5-B42A-135D-1442-736573BC67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4779E3A-9801-39CF-4B4E-8B0409BF4AA7}"/>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4C38546F-A6B9-A7AB-9F9E-79662FD4DED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15D425F-0416-B7C3-B018-B05B5D9290C5}"/>
              </a:ext>
            </a:extLst>
          </p:cNvPr>
          <p:cNvSpPr>
            <a:spLocks noGrp="1"/>
          </p:cNvSpPr>
          <p:nvPr>
            <p:ph type="sldNum" sz="quarter" idx="12"/>
          </p:nvPr>
        </p:nvSpPr>
        <p:spPr/>
        <p:txBody>
          <a:bodyPr/>
          <a:lstStyle/>
          <a:p>
            <a:fld id="{EA0BABC1-04C8-4496-87CC-8745EAB9250E}" type="slidenum">
              <a:rPr lang="en-MY" smtClean="0"/>
              <a:pPr/>
              <a:t>7</a:t>
            </a:fld>
            <a:endParaRPr lang="en-MY"/>
          </a:p>
        </p:txBody>
      </p:sp>
      <p:pic>
        <p:nvPicPr>
          <p:cNvPr id="6" name="Picture 5">
            <a:extLst>
              <a:ext uri="{FF2B5EF4-FFF2-40B4-BE49-F238E27FC236}">
                <a16:creationId xmlns:a16="http://schemas.microsoft.com/office/drawing/2014/main" id="{7B8AD2B4-E1B2-54DA-4F90-FE86883039CC}"/>
              </a:ext>
            </a:extLst>
          </p:cNvPr>
          <p:cNvPicPr>
            <a:picLocks noChangeAspect="1"/>
          </p:cNvPicPr>
          <p:nvPr/>
        </p:nvPicPr>
        <p:blipFill>
          <a:blip r:embed="rId3"/>
          <a:stretch>
            <a:fillRect/>
          </a:stretch>
        </p:blipFill>
        <p:spPr>
          <a:xfrm>
            <a:off x="-4116" y="6056"/>
            <a:ext cx="12196115" cy="6851944"/>
          </a:xfrm>
          <a:prstGeom prst="rect">
            <a:avLst/>
          </a:prstGeom>
        </p:spPr>
      </p:pic>
      <p:sp>
        <p:nvSpPr>
          <p:cNvPr id="8" name="Title 1">
            <a:extLst>
              <a:ext uri="{FF2B5EF4-FFF2-40B4-BE49-F238E27FC236}">
                <a16:creationId xmlns:a16="http://schemas.microsoft.com/office/drawing/2014/main" id="{32D0759A-2BB9-BC46-175F-D410FF9A691B}"/>
              </a:ext>
            </a:extLst>
          </p:cNvPr>
          <p:cNvSpPr txBox="1">
            <a:spLocks/>
          </p:cNvSpPr>
          <p:nvPr/>
        </p:nvSpPr>
        <p:spPr bwMode="auto">
          <a:xfrm>
            <a:off x="2672080" y="209550"/>
            <a:ext cx="8229600" cy="1219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Scope of the Study</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1A442B75-5C90-D8B8-CBC6-4CBC1297E0D1}"/>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10BAD134-E0BB-BA78-3E01-96EB7121BD00}"/>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382AAE27-C4B7-0564-3ED2-BEDDE5F6C75D}"/>
              </a:ext>
            </a:extLst>
          </p:cNvPr>
          <p:cNvSpPr txBox="1">
            <a:spLocks noChangeArrowheads="1"/>
          </p:cNvSpPr>
          <p:nvPr/>
        </p:nvSpPr>
        <p:spPr>
          <a:xfrm>
            <a:off x="-1" y="1632446"/>
            <a:ext cx="12191999" cy="50890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Scope of the Research</a:t>
            </a:r>
          </a:p>
          <a:p>
            <a:pPr marL="0" indent="0">
              <a:buNone/>
            </a:pP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proposed research focuses on  developing advanced deep learning model for predicting DTIs by integrating heterogeneous biological data sources using CNNs. </a:t>
            </a:r>
          </a:p>
        </p:txBody>
      </p:sp>
      <p:pic>
        <p:nvPicPr>
          <p:cNvPr id="10" name="Picture 9">
            <a:extLst>
              <a:ext uri="{FF2B5EF4-FFF2-40B4-BE49-F238E27FC236}">
                <a16:creationId xmlns:a16="http://schemas.microsoft.com/office/drawing/2014/main" id="{7BDA5219-B391-49D4-8B69-20996CF4AA2D}"/>
              </a:ext>
            </a:extLst>
          </p:cNvPr>
          <p:cNvPicPr>
            <a:picLocks noChangeAspect="1"/>
          </p:cNvPicPr>
          <p:nvPr/>
        </p:nvPicPr>
        <p:blipFill>
          <a:blip r:embed="rId4"/>
          <a:stretch>
            <a:fillRect/>
          </a:stretch>
        </p:blipFill>
        <p:spPr>
          <a:xfrm>
            <a:off x="0" y="3622677"/>
            <a:ext cx="4346790" cy="3098798"/>
          </a:xfrm>
          <a:prstGeom prst="rect">
            <a:avLst/>
          </a:prstGeom>
        </p:spPr>
      </p:pic>
    </p:spTree>
    <p:extLst>
      <p:ext uri="{BB962C8B-B14F-4D97-AF65-F5344CB8AC3E}">
        <p14:creationId xmlns:p14="http://schemas.microsoft.com/office/powerpoint/2010/main" val="2725024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3FB4C-45C9-75A2-A254-1D4E819647C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696A0C8-5055-369F-BA0C-026C55368ABE}"/>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40BBDB27-7743-D499-1D51-3EBE37C60FE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47FF3F8-8FAA-4619-D69F-40085D572E50}"/>
              </a:ext>
            </a:extLst>
          </p:cNvPr>
          <p:cNvSpPr>
            <a:spLocks noGrp="1"/>
          </p:cNvSpPr>
          <p:nvPr>
            <p:ph type="sldNum" sz="quarter" idx="12"/>
          </p:nvPr>
        </p:nvSpPr>
        <p:spPr/>
        <p:txBody>
          <a:bodyPr/>
          <a:lstStyle/>
          <a:p>
            <a:fld id="{EA0BABC1-04C8-4496-87CC-8745EAB9250E}" type="slidenum">
              <a:rPr lang="en-MY" smtClean="0"/>
              <a:pPr/>
              <a:t>8</a:t>
            </a:fld>
            <a:endParaRPr lang="en-MY"/>
          </a:p>
        </p:txBody>
      </p:sp>
      <p:pic>
        <p:nvPicPr>
          <p:cNvPr id="6" name="Picture 5">
            <a:extLst>
              <a:ext uri="{FF2B5EF4-FFF2-40B4-BE49-F238E27FC236}">
                <a16:creationId xmlns:a16="http://schemas.microsoft.com/office/drawing/2014/main" id="{1A6802F2-E182-307D-4C35-EC19417561FC}"/>
              </a:ext>
            </a:extLst>
          </p:cNvPr>
          <p:cNvPicPr>
            <a:picLocks noChangeAspect="1"/>
          </p:cNvPicPr>
          <p:nvPr/>
        </p:nvPicPr>
        <p:blipFill>
          <a:blip r:embed="rId3"/>
          <a:stretch>
            <a:fillRect/>
          </a:stretch>
        </p:blipFill>
        <p:spPr>
          <a:xfrm>
            <a:off x="-4116" y="6056"/>
            <a:ext cx="12196115" cy="6851944"/>
          </a:xfrm>
          <a:prstGeom prst="rect">
            <a:avLst/>
          </a:prstGeom>
        </p:spPr>
      </p:pic>
      <p:sp>
        <p:nvSpPr>
          <p:cNvPr id="8" name="Title 1">
            <a:extLst>
              <a:ext uri="{FF2B5EF4-FFF2-40B4-BE49-F238E27FC236}">
                <a16:creationId xmlns:a16="http://schemas.microsoft.com/office/drawing/2014/main" id="{D1301176-D019-F666-7684-5A189D899B73}"/>
              </a:ext>
            </a:extLst>
          </p:cNvPr>
          <p:cNvSpPr txBox="1">
            <a:spLocks/>
          </p:cNvSpPr>
          <p:nvPr/>
        </p:nvSpPr>
        <p:spPr bwMode="auto">
          <a:xfrm>
            <a:off x="2672080" y="63738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Overview of Literature Review</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DD91D851-5525-D16C-5C63-B0B42B7E52D2}"/>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88B7FEFC-2D95-F8C5-B428-C21604001636}"/>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BF4D1368-B4F0-E45D-0BE5-23E5601FA558}"/>
              </a:ext>
            </a:extLst>
          </p:cNvPr>
          <p:cNvSpPr txBox="1">
            <a:spLocks noChangeArrowheads="1"/>
          </p:cNvSpPr>
          <p:nvPr/>
        </p:nvSpPr>
        <p:spPr>
          <a:xfrm>
            <a:off x="247649" y="1600202"/>
            <a:ext cx="11944349" cy="512127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Computational Methods for DTI Prediction</a:t>
            </a:r>
          </a:p>
          <a:p>
            <a:r>
              <a:rPr lang="en-US" dirty="0">
                <a:latin typeface="Times New Roman" panose="02020603050405020304" pitchFamily="18" charset="0"/>
                <a:cs typeface="Times New Roman" panose="02020603050405020304" pitchFamily="18" charset="0"/>
              </a:rPr>
              <a:t>Molecular docking</a:t>
            </a:r>
          </a:p>
          <a:p>
            <a:r>
              <a:rPr lang="en-US" dirty="0">
                <a:latin typeface="Times New Roman" panose="02020603050405020304" pitchFamily="18" charset="0"/>
                <a:cs typeface="Times New Roman" panose="02020603050405020304" pitchFamily="18" charset="0"/>
              </a:rPr>
              <a:t>Ligand-based approaches</a:t>
            </a:r>
          </a:p>
          <a:p>
            <a:r>
              <a:rPr lang="en-US" dirty="0">
                <a:latin typeface="Times New Roman" panose="02020603050405020304" pitchFamily="18" charset="0"/>
                <a:cs typeface="Times New Roman" panose="02020603050405020304" pitchFamily="18" charset="0"/>
              </a:rPr>
              <a:t>Machine Learning and Deep Learning</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Heterogeneous Biological Data Sources </a:t>
            </a:r>
          </a:p>
          <a:p>
            <a:r>
              <a:rPr lang="en-US" dirty="0">
                <a:latin typeface="Times New Roman" panose="02020603050405020304" pitchFamily="18" charset="0"/>
                <a:cs typeface="Times New Roman" panose="02020603050405020304" pitchFamily="18" charset="0"/>
              </a:rPr>
              <a:t>Integrating multiple data types:</a:t>
            </a:r>
          </a:p>
          <a:p>
            <a:pPr lvl="1"/>
            <a:r>
              <a:rPr lang="en-US" sz="2800" dirty="0">
                <a:latin typeface="Times New Roman" panose="02020603050405020304" pitchFamily="18" charset="0"/>
                <a:cs typeface="Times New Roman" panose="02020603050405020304" pitchFamily="18" charset="0"/>
              </a:rPr>
              <a:t>Drug structures (SMILES)</a:t>
            </a:r>
          </a:p>
          <a:p>
            <a:pPr lvl="1"/>
            <a:r>
              <a:rPr lang="en-US" sz="2800" dirty="0">
                <a:latin typeface="Times New Roman" panose="02020603050405020304" pitchFamily="18" charset="0"/>
                <a:cs typeface="Times New Roman" panose="02020603050405020304" pitchFamily="18" charset="0"/>
              </a:rPr>
              <a:t>Protein sequences (FASTA)</a:t>
            </a:r>
          </a:p>
          <a:p>
            <a:pPr lvl="1"/>
            <a:r>
              <a:rPr lang="en-US" sz="2800" dirty="0">
                <a:latin typeface="Times New Roman" panose="02020603050405020304" pitchFamily="18" charset="0"/>
                <a:cs typeface="Times New Roman" panose="02020603050405020304" pitchFamily="18" charset="0"/>
              </a:rPr>
              <a:t>Pathways, gene expression</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Challenges of the Data Sources </a:t>
            </a:r>
            <a:endParaRPr lang="en-US"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Format incompatibility, noise, and data sparsity</a:t>
            </a:r>
          </a:p>
          <a:p>
            <a:endParaRPr lang="en-US" dirty="0"/>
          </a:p>
        </p:txBody>
      </p:sp>
    </p:spTree>
    <p:extLst>
      <p:ext uri="{BB962C8B-B14F-4D97-AF65-F5344CB8AC3E}">
        <p14:creationId xmlns:p14="http://schemas.microsoft.com/office/powerpoint/2010/main" val="2766424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EF98E-BFD1-8C4E-5C8F-62E9E51A6F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C9A3BBB-43A2-8ADB-E8A3-AED74605AF25}"/>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33CE009C-6351-696E-278F-FAE0B8B000E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54FDEF1-6360-3B9A-DF64-75B2B8F74DEF}"/>
              </a:ext>
            </a:extLst>
          </p:cNvPr>
          <p:cNvSpPr>
            <a:spLocks noGrp="1"/>
          </p:cNvSpPr>
          <p:nvPr>
            <p:ph type="sldNum" sz="quarter" idx="12"/>
          </p:nvPr>
        </p:nvSpPr>
        <p:spPr/>
        <p:txBody>
          <a:bodyPr/>
          <a:lstStyle/>
          <a:p>
            <a:fld id="{EA0BABC1-04C8-4496-87CC-8745EAB9250E}" type="slidenum">
              <a:rPr lang="en-MY" smtClean="0"/>
              <a:pPr/>
              <a:t>9</a:t>
            </a:fld>
            <a:endParaRPr lang="en-MY"/>
          </a:p>
        </p:txBody>
      </p:sp>
      <p:pic>
        <p:nvPicPr>
          <p:cNvPr id="6" name="Picture 5">
            <a:extLst>
              <a:ext uri="{FF2B5EF4-FFF2-40B4-BE49-F238E27FC236}">
                <a16:creationId xmlns:a16="http://schemas.microsoft.com/office/drawing/2014/main" id="{35FC6AC1-8C5B-9B09-C57D-916EF73A44BE}"/>
              </a:ext>
            </a:extLst>
          </p:cNvPr>
          <p:cNvPicPr>
            <a:picLocks noChangeAspect="1"/>
          </p:cNvPicPr>
          <p:nvPr/>
        </p:nvPicPr>
        <p:blipFill>
          <a:blip r:embed="rId3"/>
          <a:stretch>
            <a:fillRect/>
          </a:stretch>
        </p:blipFill>
        <p:spPr>
          <a:xfrm>
            <a:off x="-4116" y="6056"/>
            <a:ext cx="12196115" cy="6851944"/>
          </a:xfrm>
          <a:prstGeom prst="rect">
            <a:avLst/>
          </a:prstGeom>
        </p:spPr>
      </p:pic>
      <p:sp>
        <p:nvSpPr>
          <p:cNvPr id="8" name="Title 1">
            <a:extLst>
              <a:ext uri="{FF2B5EF4-FFF2-40B4-BE49-F238E27FC236}">
                <a16:creationId xmlns:a16="http://schemas.microsoft.com/office/drawing/2014/main" id="{AA65EDD1-AAAE-2231-C679-DFC584ECFB20}"/>
              </a:ext>
            </a:extLst>
          </p:cNvPr>
          <p:cNvSpPr txBox="1">
            <a:spLocks/>
          </p:cNvSpPr>
          <p:nvPr/>
        </p:nvSpPr>
        <p:spPr bwMode="auto">
          <a:xfrm>
            <a:off x="2672080" y="63738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Overview of Literature Review</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DA1C47ED-68B8-4611-43FC-DBB7E1580050}"/>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DCAF2EFB-6610-E053-3816-B3604BA59AC2}"/>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E5C24BE2-42DA-E6AF-610A-E918C6F53D6F}"/>
              </a:ext>
            </a:extLst>
          </p:cNvPr>
          <p:cNvSpPr txBox="1">
            <a:spLocks noChangeArrowheads="1"/>
          </p:cNvSpPr>
          <p:nvPr/>
        </p:nvSpPr>
        <p:spPr>
          <a:xfrm>
            <a:off x="-1" y="1752602"/>
            <a:ext cx="12191999" cy="5105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CNNs in Biological Data Processing</a:t>
            </a:r>
          </a:p>
          <a:p>
            <a:r>
              <a:rPr lang="en-US" dirty="0">
                <a:latin typeface="Times New Roman" panose="02020603050405020304" pitchFamily="18" charset="0"/>
                <a:cs typeface="Times New Roman" panose="02020603050405020304" pitchFamily="18" charset="0"/>
              </a:rPr>
              <a:t>CNNs extract hierarchical features from sequences and structures</a:t>
            </a:r>
          </a:p>
          <a:p>
            <a:r>
              <a:rPr lang="en-US" dirty="0">
                <a:latin typeface="Times New Roman" panose="02020603050405020304" pitchFamily="18" charset="0"/>
                <a:cs typeface="Times New Roman" panose="02020603050405020304" pitchFamily="18" charset="0"/>
              </a:rPr>
              <a:t>Can manage 1D (sequence), 2D (images), and graph-like inputs</a:t>
            </a:r>
          </a:p>
          <a:p>
            <a:r>
              <a:rPr lang="en-US" dirty="0">
                <a:latin typeface="Times New Roman" panose="02020603050405020304" pitchFamily="18" charset="0"/>
                <a:cs typeface="Times New Roman" panose="02020603050405020304" pitchFamily="18" charset="0"/>
              </a:rPr>
              <a:t>Enable end-to-end learning from raw input to interaction prediction</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CNN-Based DTI Models</a:t>
            </a:r>
          </a:p>
          <a:p>
            <a:r>
              <a:rPr lang="en-US" dirty="0">
                <a:latin typeface="Times New Roman" panose="02020603050405020304" pitchFamily="18" charset="0"/>
                <a:cs typeface="Times New Roman" panose="02020603050405020304" pitchFamily="18" charset="0"/>
              </a:rPr>
              <a:t>DeepDTA: SMILES &amp; protein sequences processed by CNNs</a:t>
            </a:r>
          </a:p>
          <a:p>
            <a:r>
              <a:rPr lang="en-US" dirty="0">
                <a:latin typeface="Times New Roman" panose="02020603050405020304" pitchFamily="18" charset="0"/>
                <a:cs typeface="Times New Roman" panose="02020603050405020304" pitchFamily="18" charset="0"/>
              </a:rPr>
              <a:t>DeepConv-DTI: Raw sequences + dense layers</a:t>
            </a:r>
          </a:p>
          <a:p>
            <a:r>
              <a:rPr lang="en-US" dirty="0">
                <a:latin typeface="Times New Roman" panose="02020603050405020304" pitchFamily="18" charset="0"/>
                <a:cs typeface="Times New Roman" panose="02020603050405020304" pitchFamily="18" charset="0"/>
              </a:rPr>
              <a:t>Achieved strong results in drug repurposing (e.g., COVID-19)</a:t>
            </a: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8958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F904F-A72B-1271-3448-CEB40DE28F4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3B040DC-2E24-CDDE-B34F-10952501AA2D}"/>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655AAE15-D76F-9220-A8A2-CA7B08C3F64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B0600C9-36DC-923D-2046-83D68FD68411}"/>
              </a:ext>
            </a:extLst>
          </p:cNvPr>
          <p:cNvSpPr>
            <a:spLocks noGrp="1"/>
          </p:cNvSpPr>
          <p:nvPr>
            <p:ph type="sldNum" sz="quarter" idx="12"/>
          </p:nvPr>
        </p:nvSpPr>
        <p:spPr/>
        <p:txBody>
          <a:bodyPr/>
          <a:lstStyle/>
          <a:p>
            <a:fld id="{EA0BABC1-04C8-4496-87CC-8745EAB9250E}" type="slidenum">
              <a:rPr lang="en-MY" smtClean="0"/>
              <a:pPr/>
              <a:t>10</a:t>
            </a:fld>
            <a:endParaRPr lang="en-MY"/>
          </a:p>
        </p:txBody>
      </p:sp>
      <p:pic>
        <p:nvPicPr>
          <p:cNvPr id="6" name="Picture 5">
            <a:extLst>
              <a:ext uri="{FF2B5EF4-FFF2-40B4-BE49-F238E27FC236}">
                <a16:creationId xmlns:a16="http://schemas.microsoft.com/office/drawing/2014/main" id="{09588E99-2090-D733-00A9-218181799D30}"/>
              </a:ext>
            </a:extLst>
          </p:cNvPr>
          <p:cNvPicPr>
            <a:picLocks noChangeAspect="1"/>
          </p:cNvPicPr>
          <p:nvPr/>
        </p:nvPicPr>
        <p:blipFill>
          <a:blip r:embed="rId3"/>
          <a:stretch>
            <a:fillRect/>
          </a:stretch>
        </p:blipFill>
        <p:spPr>
          <a:xfrm>
            <a:off x="-4116" y="6056"/>
            <a:ext cx="12196115" cy="6851944"/>
          </a:xfrm>
          <a:prstGeom prst="rect">
            <a:avLst/>
          </a:prstGeom>
        </p:spPr>
      </p:pic>
      <p:sp>
        <p:nvSpPr>
          <p:cNvPr id="8" name="Title 1">
            <a:extLst>
              <a:ext uri="{FF2B5EF4-FFF2-40B4-BE49-F238E27FC236}">
                <a16:creationId xmlns:a16="http://schemas.microsoft.com/office/drawing/2014/main" id="{D1D4B945-8551-E376-D742-A00D525D2D40}"/>
              </a:ext>
            </a:extLst>
          </p:cNvPr>
          <p:cNvSpPr txBox="1">
            <a:spLocks/>
          </p:cNvSpPr>
          <p:nvPr/>
        </p:nvSpPr>
        <p:spPr bwMode="auto">
          <a:xfrm>
            <a:off x="3409950" y="6056"/>
            <a:ext cx="8782048" cy="1286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000" b="1" dirty="0">
                <a:solidFill>
                  <a:srgbClr val="953735"/>
                </a:solidFill>
                <a:latin typeface="Calibri" panose="020F0502020204030204" pitchFamily="34" charset="0"/>
              </a:rPr>
              <a:t>Methodology, Timeline &amp; Milestones</a:t>
            </a:r>
            <a:endParaRPr lang="en-US" altLang="en-US" sz="40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D2A17A4A-9261-EB93-9145-59C32A3B2D89}"/>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13A873D4-21A0-3FFE-FD01-47019E863DE7}"/>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BEA713C5-9A4F-829F-FB6C-FB9EB428BF5A}"/>
              </a:ext>
            </a:extLst>
          </p:cNvPr>
          <p:cNvSpPr txBox="1">
            <a:spLocks noChangeArrowheads="1"/>
          </p:cNvSpPr>
          <p:nvPr/>
        </p:nvSpPr>
        <p:spPr>
          <a:xfrm>
            <a:off x="0" y="1905002"/>
            <a:ext cx="11887200" cy="489266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b="1" dirty="0"/>
          </a:p>
          <a:p>
            <a:pPr marL="0" indent="0">
              <a:buNone/>
            </a:pPr>
            <a:endParaRPr lang="en-US" b="1" dirty="0"/>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Research Design</a:t>
            </a:r>
          </a:p>
          <a:p>
            <a:pPr>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Data Collection</a:t>
            </a:r>
          </a:p>
          <a:p>
            <a:r>
              <a:rPr lang="en-US" dirty="0">
                <a:latin typeface="Times New Roman" panose="02020603050405020304" pitchFamily="18" charset="0"/>
                <a:cs typeface="Times New Roman" panose="02020603050405020304" pitchFamily="18" charset="0"/>
              </a:rPr>
              <a:t>DrugBank,  ChEMBL, and PubChem.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Preprocessing</a:t>
            </a:r>
          </a:p>
          <a:p>
            <a:r>
              <a:rPr lang="en-US" dirty="0">
                <a:latin typeface="Times New Roman" panose="02020603050405020304" pitchFamily="18" charset="0"/>
                <a:cs typeface="Times New Roman" panose="02020603050405020304" pitchFamily="18" charset="0"/>
              </a:rPr>
              <a:t>Tokenization, encoding, normalization, </a:t>
            </a:r>
          </a:p>
          <a:p>
            <a:pPr marL="0" indent="0">
              <a:buNone/>
            </a:pPr>
            <a:r>
              <a:rPr lang="en-US" dirty="0">
                <a:latin typeface="Times New Roman" panose="02020603050405020304" pitchFamily="18" charset="0"/>
                <a:cs typeface="Times New Roman" panose="02020603050405020304" pitchFamily="18" charset="0"/>
              </a:rPr>
              <a:t>Padding, and reshaping</a:t>
            </a:r>
          </a:p>
          <a:p>
            <a:pPr marL="0" indent="0">
              <a:buNone/>
            </a:pPr>
            <a:r>
              <a:rPr lang="en-US" b="1" dirty="0">
                <a:latin typeface="Times New Roman" panose="02020603050405020304" pitchFamily="18" charset="0"/>
                <a:cs typeface="Times New Roman" panose="02020603050405020304" pitchFamily="18" charset="0"/>
              </a:rPr>
              <a:t> </a:t>
            </a:r>
          </a:p>
          <a:p>
            <a:pPr marL="457200" lvl="1" indent="0">
              <a:buNone/>
            </a:pPr>
            <a:endParaRPr lang="en-US" b="1" dirty="0"/>
          </a:p>
        </p:txBody>
      </p:sp>
      <p:pic>
        <p:nvPicPr>
          <p:cNvPr id="10" name="Picture 9">
            <a:extLst>
              <a:ext uri="{FF2B5EF4-FFF2-40B4-BE49-F238E27FC236}">
                <a16:creationId xmlns:a16="http://schemas.microsoft.com/office/drawing/2014/main" id="{43EAAA2D-054D-F7EB-21EB-EC2CB556936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86550" y="1292427"/>
            <a:ext cx="5505448" cy="4500359"/>
          </a:xfrm>
          <a:prstGeom prst="rect">
            <a:avLst/>
          </a:prstGeom>
          <a:noFill/>
        </p:spPr>
      </p:pic>
      <p:pic>
        <p:nvPicPr>
          <p:cNvPr id="11" name="Picture 10" descr="4LDQ8hFsN_LipzwmInUbV4ogcxs9Ws2Q08cGSmZF1eMgrVKd2Gmvyn4UO9JAuTsnCv0NFqSVvt07bAVtTR41jAVU">
            <a:extLst>
              <a:ext uri="{FF2B5EF4-FFF2-40B4-BE49-F238E27FC236}">
                <a16:creationId xmlns:a16="http://schemas.microsoft.com/office/drawing/2014/main" id="{021D7061-3B9A-43AB-94E9-1FD4750C8E61}"/>
              </a:ext>
            </a:extLst>
          </p:cNvPr>
          <p:cNvPicPr>
            <a:picLocks noChangeAspect="1"/>
          </p:cNvPicPr>
          <p:nvPr/>
        </p:nvPicPr>
        <p:blipFill>
          <a:blip r:embed="rId5">
            <a:lum bright="-6000" contrast="6000"/>
          </a:blip>
          <a:stretch>
            <a:fillRect/>
          </a:stretch>
        </p:blipFill>
        <p:spPr>
          <a:xfrm>
            <a:off x="1522730" y="895565"/>
            <a:ext cx="4935220" cy="1958954"/>
          </a:xfrm>
          <a:prstGeom prst="rect">
            <a:avLst/>
          </a:prstGeom>
        </p:spPr>
      </p:pic>
      <p:sp>
        <p:nvSpPr>
          <p:cNvPr id="12" name="TextBox 11"/>
          <p:cNvSpPr txBox="1"/>
          <p:nvPr/>
        </p:nvSpPr>
        <p:spPr>
          <a:xfrm>
            <a:off x="7372350" y="6007100"/>
            <a:ext cx="398145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Flow chart of the proposed research </a:t>
            </a:r>
          </a:p>
        </p:txBody>
      </p:sp>
    </p:spTree>
    <p:extLst>
      <p:ext uri="{BB962C8B-B14F-4D97-AF65-F5344CB8AC3E}">
        <p14:creationId xmlns:p14="http://schemas.microsoft.com/office/powerpoint/2010/main" val="2414037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B2581-C5B6-4F08-12C4-3AF9CCA33DE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0023D5C-CB49-ABD6-C88D-E3296C2F3904}"/>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C8CA5703-DAF1-6761-4146-A899BFDC691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B1F28AE-FB3D-3796-DDFF-694CCD081BE6}"/>
              </a:ext>
            </a:extLst>
          </p:cNvPr>
          <p:cNvSpPr>
            <a:spLocks noGrp="1"/>
          </p:cNvSpPr>
          <p:nvPr>
            <p:ph type="sldNum" sz="quarter" idx="12"/>
          </p:nvPr>
        </p:nvSpPr>
        <p:spPr/>
        <p:txBody>
          <a:bodyPr/>
          <a:lstStyle/>
          <a:p>
            <a:fld id="{EA0BABC1-04C8-4496-87CC-8745EAB9250E}" type="slidenum">
              <a:rPr lang="en-MY" smtClean="0"/>
              <a:pPr/>
              <a:t>11</a:t>
            </a:fld>
            <a:endParaRPr lang="en-MY"/>
          </a:p>
        </p:txBody>
      </p:sp>
      <p:pic>
        <p:nvPicPr>
          <p:cNvPr id="6" name="Picture 5">
            <a:extLst>
              <a:ext uri="{FF2B5EF4-FFF2-40B4-BE49-F238E27FC236}">
                <a16:creationId xmlns:a16="http://schemas.microsoft.com/office/drawing/2014/main" id="{30EF9389-7E22-BA79-0868-E5801DFF2F18}"/>
              </a:ext>
            </a:extLst>
          </p:cNvPr>
          <p:cNvPicPr>
            <a:picLocks noChangeAspect="1"/>
          </p:cNvPicPr>
          <p:nvPr/>
        </p:nvPicPr>
        <p:blipFill>
          <a:blip r:embed="rId3"/>
          <a:stretch>
            <a:fillRect/>
          </a:stretch>
        </p:blipFill>
        <p:spPr>
          <a:xfrm>
            <a:off x="46049" y="6056"/>
            <a:ext cx="12196115" cy="6851944"/>
          </a:xfrm>
          <a:prstGeom prst="rect">
            <a:avLst/>
          </a:prstGeom>
        </p:spPr>
      </p:pic>
      <p:sp>
        <p:nvSpPr>
          <p:cNvPr id="8" name="Title 1">
            <a:extLst>
              <a:ext uri="{FF2B5EF4-FFF2-40B4-BE49-F238E27FC236}">
                <a16:creationId xmlns:a16="http://schemas.microsoft.com/office/drawing/2014/main" id="{E698D005-1CA8-D3DB-9DEA-DF50FAE0B0D2}"/>
              </a:ext>
            </a:extLst>
          </p:cNvPr>
          <p:cNvSpPr txBox="1">
            <a:spLocks/>
          </p:cNvSpPr>
          <p:nvPr/>
        </p:nvSpPr>
        <p:spPr bwMode="auto">
          <a:xfrm>
            <a:off x="4012564" y="-49047"/>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000" b="1" dirty="0">
                <a:solidFill>
                  <a:srgbClr val="953735"/>
                </a:solidFill>
                <a:latin typeface="Calibri" panose="020F0502020204030204" pitchFamily="34" charset="0"/>
              </a:rPr>
              <a:t>Methodology, Timeline &amp; Milestones</a:t>
            </a:r>
            <a:endParaRPr lang="en-US" altLang="en-US" sz="40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05CA2D7C-9A4D-CB04-962F-61D032BCE1D9}"/>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8075A0B0-C207-CDE2-A6BE-9E0E50CA47BD}"/>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3FEAA4E8-15C5-49FA-3071-53D2097402D9}"/>
              </a:ext>
            </a:extLst>
          </p:cNvPr>
          <p:cNvSpPr txBox="1">
            <a:spLocks noChangeArrowheads="1"/>
          </p:cNvSpPr>
          <p:nvPr/>
        </p:nvSpPr>
        <p:spPr>
          <a:xfrm>
            <a:off x="133351" y="1600202"/>
            <a:ext cx="11753850" cy="47976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t> </a:t>
            </a:r>
            <a:r>
              <a:rPr lang="en-US" b="1" dirty="0">
                <a:latin typeface="Times New Roman" panose="02020603050405020304" pitchFamily="18" charset="0"/>
                <a:cs typeface="Times New Roman" panose="02020603050405020304" pitchFamily="18" charset="0"/>
              </a:rPr>
              <a:t>CNN Architecture Design</a:t>
            </a:r>
          </a:p>
          <a:p>
            <a:pPr lvl="1"/>
            <a:r>
              <a:rPr lang="en-US" sz="2800" dirty="0">
                <a:latin typeface="Times New Roman" panose="02020603050405020304" pitchFamily="18" charset="0"/>
                <a:cs typeface="Times New Roman" panose="02020603050405020304" pitchFamily="18" charset="0"/>
              </a:rPr>
              <a:t>3 convolutional blocks + 2 dense layers</a:t>
            </a:r>
          </a:p>
          <a:p>
            <a:pPr lvl="1"/>
            <a:r>
              <a:rPr lang="en-US" sz="2800" dirty="0">
                <a:latin typeface="Times New Roman" panose="02020603050405020304" pitchFamily="18" charset="0"/>
                <a:cs typeface="Times New Roman" panose="02020603050405020304" pitchFamily="18" charset="0"/>
              </a:rPr>
              <a:t>Handles both drug and protein representations</a:t>
            </a:r>
          </a:p>
          <a:p>
            <a:endParaRPr lang="en-US"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6159CA33-ADDA-2FF3-ED92-F3864B7A4C7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7815" y="3001583"/>
            <a:ext cx="8305800" cy="3167642"/>
          </a:xfrm>
          <a:prstGeom prst="rect">
            <a:avLst/>
          </a:prstGeom>
          <a:noFill/>
        </p:spPr>
      </p:pic>
      <p:pic>
        <p:nvPicPr>
          <p:cNvPr id="16" name="Picture 15">
            <a:extLst>
              <a:ext uri="{FF2B5EF4-FFF2-40B4-BE49-F238E27FC236}">
                <a16:creationId xmlns:a16="http://schemas.microsoft.com/office/drawing/2014/main" id="{7BFEE93F-7D80-EA72-D165-E49ECED2392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908415" y="1093953"/>
            <a:ext cx="3283585" cy="4938747"/>
          </a:xfrm>
          <a:prstGeom prst="rect">
            <a:avLst/>
          </a:prstGeom>
          <a:noFill/>
        </p:spPr>
      </p:pic>
      <p:sp>
        <p:nvSpPr>
          <p:cNvPr id="10" name="TextBox 9"/>
          <p:cNvSpPr txBox="1"/>
          <p:nvPr/>
        </p:nvSpPr>
        <p:spPr>
          <a:xfrm>
            <a:off x="1047750" y="6229234"/>
            <a:ext cx="496161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Block diagram of Convolutional Neural Network </a:t>
            </a:r>
          </a:p>
        </p:txBody>
      </p:sp>
      <p:sp>
        <p:nvSpPr>
          <p:cNvPr id="11" name="Rectangle 10"/>
          <p:cNvSpPr/>
          <p:nvPr/>
        </p:nvSpPr>
        <p:spPr>
          <a:xfrm>
            <a:off x="9723838" y="6203950"/>
            <a:ext cx="2044214" cy="369332"/>
          </a:xfrm>
          <a:prstGeom prst="rect">
            <a:avLst/>
          </a:prstGeom>
        </p:spPr>
        <p:txBody>
          <a:bodyPr wrap="none">
            <a:spAutoFit/>
          </a:bodyPr>
          <a:lstStyle/>
          <a:p>
            <a:pPr lvl="0"/>
            <a:r>
              <a:rPr lang="en-US" dirty="0">
                <a:solidFill>
                  <a:prstClr val="black"/>
                </a:solidFill>
                <a:latin typeface="Times New Roman" panose="02020603050405020304" pitchFamily="18" charset="0"/>
                <a:cs typeface="Times New Roman" panose="02020603050405020304" pitchFamily="18" charset="0"/>
              </a:rPr>
              <a:t>CNN Architecture  </a:t>
            </a:r>
          </a:p>
        </p:txBody>
      </p:sp>
    </p:spTree>
    <p:extLst>
      <p:ext uri="{BB962C8B-B14F-4D97-AF65-F5344CB8AC3E}">
        <p14:creationId xmlns:p14="http://schemas.microsoft.com/office/powerpoint/2010/main" val="3203453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F9837-053A-69FD-5873-65B4DB51FC7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276B47-7842-A7BD-9A64-AB58C068FA95}"/>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29882ACE-FFD3-0DA2-7606-441AA7C1A2A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E6CD68B-4588-CE17-FF29-DE1A7DBE96A6}"/>
              </a:ext>
            </a:extLst>
          </p:cNvPr>
          <p:cNvSpPr>
            <a:spLocks noGrp="1"/>
          </p:cNvSpPr>
          <p:nvPr>
            <p:ph type="sldNum" sz="quarter" idx="12"/>
          </p:nvPr>
        </p:nvSpPr>
        <p:spPr/>
        <p:txBody>
          <a:bodyPr/>
          <a:lstStyle/>
          <a:p>
            <a:fld id="{EA0BABC1-04C8-4496-87CC-8745EAB9250E}" type="slidenum">
              <a:rPr lang="en-MY" smtClean="0"/>
              <a:pPr/>
              <a:t>12</a:t>
            </a:fld>
            <a:endParaRPr lang="en-MY"/>
          </a:p>
        </p:txBody>
      </p:sp>
      <p:pic>
        <p:nvPicPr>
          <p:cNvPr id="6" name="Picture 5">
            <a:extLst>
              <a:ext uri="{FF2B5EF4-FFF2-40B4-BE49-F238E27FC236}">
                <a16:creationId xmlns:a16="http://schemas.microsoft.com/office/drawing/2014/main" id="{8696017E-81B9-1BB0-D92D-9309D231310D}"/>
              </a:ext>
            </a:extLst>
          </p:cNvPr>
          <p:cNvPicPr>
            <a:picLocks noChangeAspect="1"/>
          </p:cNvPicPr>
          <p:nvPr/>
        </p:nvPicPr>
        <p:blipFill>
          <a:blip r:embed="rId3"/>
          <a:stretch>
            <a:fillRect/>
          </a:stretch>
        </p:blipFill>
        <p:spPr>
          <a:xfrm>
            <a:off x="-4115" y="-130469"/>
            <a:ext cx="12196115" cy="6851944"/>
          </a:xfrm>
          <a:prstGeom prst="rect">
            <a:avLst/>
          </a:prstGeom>
        </p:spPr>
      </p:pic>
      <p:sp>
        <p:nvSpPr>
          <p:cNvPr id="8" name="Title 1">
            <a:extLst>
              <a:ext uri="{FF2B5EF4-FFF2-40B4-BE49-F238E27FC236}">
                <a16:creationId xmlns:a16="http://schemas.microsoft.com/office/drawing/2014/main" id="{054E95FB-CB0C-C73F-FDD9-3F139CDDD6C5}"/>
              </a:ext>
            </a:extLst>
          </p:cNvPr>
          <p:cNvSpPr txBox="1">
            <a:spLocks/>
          </p:cNvSpPr>
          <p:nvPr/>
        </p:nvSpPr>
        <p:spPr bwMode="auto">
          <a:xfrm>
            <a:off x="2672080" y="63738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Methodology, Timeline &amp; Milestones</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E9B1E525-5F62-A138-70C2-6D96F9FBCF11}"/>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FBCEB8FB-982B-ACB3-DE4B-763EE68B6827}"/>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C75E9CE6-D9CA-9B2F-69BD-D9121B116B26}"/>
              </a:ext>
            </a:extLst>
          </p:cNvPr>
          <p:cNvSpPr txBox="1">
            <a:spLocks noChangeArrowheads="1"/>
          </p:cNvSpPr>
          <p:nvPr/>
        </p:nvSpPr>
        <p:spPr>
          <a:xfrm>
            <a:off x="0" y="1905002"/>
            <a:ext cx="118872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Experimental Setup</a:t>
            </a:r>
          </a:p>
          <a:p>
            <a:pPr lvl="1"/>
            <a:r>
              <a:rPr lang="en-US" sz="2800" dirty="0">
                <a:latin typeface="Times New Roman" panose="02020603050405020304" pitchFamily="18" charset="0"/>
                <a:cs typeface="Times New Roman" panose="02020603050405020304" pitchFamily="18" charset="0"/>
              </a:rPr>
              <a:t>Python with TensorFlow/Keras in Anaconda environment</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Evaluation Metrics</a:t>
            </a:r>
          </a:p>
          <a:p>
            <a:pPr lvl="1"/>
            <a:r>
              <a:rPr lang="en-US" sz="2800" dirty="0">
                <a:latin typeface="Times New Roman" panose="02020603050405020304" pitchFamily="18" charset="0"/>
                <a:cs typeface="Times New Roman" panose="02020603050405020304" pitchFamily="18" charset="0"/>
              </a:rPr>
              <a:t>Accuracy, Precision, Recall, F1-Score</a:t>
            </a:r>
          </a:p>
        </p:txBody>
      </p:sp>
    </p:spTree>
    <p:extLst>
      <p:ext uri="{BB962C8B-B14F-4D97-AF65-F5344CB8AC3E}">
        <p14:creationId xmlns:p14="http://schemas.microsoft.com/office/powerpoint/2010/main" val="3823738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440B1-B865-F0C4-6B27-E5178CB86A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570C798-407B-7653-4A05-74B0E420AACD}"/>
              </a:ext>
            </a:extLst>
          </p:cNvPr>
          <p:cNvSpPr>
            <a:spLocks noGrp="1"/>
          </p:cNvSpPr>
          <p:nvPr>
            <p:ph type="title"/>
          </p:nvPr>
        </p:nvSpPr>
        <p:spPr/>
        <p:txBody>
          <a:bodyPr/>
          <a:lstStyle/>
          <a:p>
            <a:endParaRPr lang="en-US"/>
          </a:p>
        </p:txBody>
      </p:sp>
      <p:graphicFrame>
        <p:nvGraphicFramePr>
          <p:cNvPr id="11" name="Content Placeholder 10">
            <a:extLst>
              <a:ext uri="{FF2B5EF4-FFF2-40B4-BE49-F238E27FC236}">
                <a16:creationId xmlns:a16="http://schemas.microsoft.com/office/drawing/2014/main" id="{655A5DA3-A20B-EE59-906E-B062ADB7F5BF}"/>
              </a:ext>
            </a:extLst>
          </p:cNvPr>
          <p:cNvGraphicFramePr>
            <a:graphicFrameLocks noGrp="1"/>
          </p:cNvGraphicFramePr>
          <p:nvPr>
            <p:ph idx="1"/>
            <p:extLst>
              <p:ext uri="{D42A27DB-BD31-4B8C-83A1-F6EECF244321}">
                <p14:modId xmlns:p14="http://schemas.microsoft.com/office/powerpoint/2010/main" val="3237731846"/>
              </p:ext>
            </p:extLst>
          </p:nvPr>
        </p:nvGraphicFramePr>
        <p:xfrm>
          <a:off x="838200" y="1825625"/>
          <a:ext cx="10515597" cy="22250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931582827"/>
                    </a:ext>
                  </a:extLst>
                </a:gridCol>
                <a:gridCol w="3505199">
                  <a:extLst>
                    <a:ext uri="{9D8B030D-6E8A-4147-A177-3AD203B41FA5}">
                      <a16:colId xmlns:a16="http://schemas.microsoft.com/office/drawing/2014/main" val="738338264"/>
                    </a:ext>
                  </a:extLst>
                </a:gridCol>
                <a:gridCol w="3505199">
                  <a:extLst>
                    <a:ext uri="{9D8B030D-6E8A-4147-A177-3AD203B41FA5}">
                      <a16:colId xmlns:a16="http://schemas.microsoft.com/office/drawing/2014/main" val="1804067784"/>
                    </a:ext>
                  </a:extLst>
                </a:gridCol>
              </a:tblGrid>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11648785"/>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49096164"/>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23962150"/>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25412741"/>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26243453"/>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50947612"/>
                  </a:ext>
                </a:extLst>
              </a:tr>
            </a:tbl>
          </a:graphicData>
        </a:graphic>
      </p:graphicFrame>
      <p:sp>
        <p:nvSpPr>
          <p:cNvPr id="4" name="Slide Number Placeholder 3">
            <a:extLst>
              <a:ext uri="{FF2B5EF4-FFF2-40B4-BE49-F238E27FC236}">
                <a16:creationId xmlns:a16="http://schemas.microsoft.com/office/drawing/2014/main" id="{5A84E887-45C0-0B35-FAB7-DDAE27157AA8}"/>
              </a:ext>
            </a:extLst>
          </p:cNvPr>
          <p:cNvSpPr>
            <a:spLocks noGrp="1"/>
          </p:cNvSpPr>
          <p:nvPr>
            <p:ph type="sldNum" sz="quarter" idx="12"/>
          </p:nvPr>
        </p:nvSpPr>
        <p:spPr/>
        <p:txBody>
          <a:bodyPr/>
          <a:lstStyle/>
          <a:p>
            <a:fld id="{EA0BABC1-04C8-4496-87CC-8745EAB9250E}" type="slidenum">
              <a:rPr lang="en-MY" smtClean="0"/>
              <a:pPr/>
              <a:t>13</a:t>
            </a:fld>
            <a:endParaRPr lang="en-MY"/>
          </a:p>
        </p:txBody>
      </p:sp>
      <p:pic>
        <p:nvPicPr>
          <p:cNvPr id="6" name="Picture 5">
            <a:extLst>
              <a:ext uri="{FF2B5EF4-FFF2-40B4-BE49-F238E27FC236}">
                <a16:creationId xmlns:a16="http://schemas.microsoft.com/office/drawing/2014/main" id="{6C88C107-BD9C-4D68-5764-9F7049511DFC}"/>
              </a:ext>
            </a:extLst>
          </p:cNvPr>
          <p:cNvPicPr>
            <a:picLocks noChangeAspect="1"/>
          </p:cNvPicPr>
          <p:nvPr/>
        </p:nvPicPr>
        <p:blipFill>
          <a:blip r:embed="rId3"/>
          <a:stretch>
            <a:fillRect/>
          </a:stretch>
        </p:blipFill>
        <p:spPr>
          <a:xfrm>
            <a:off x="-4116" y="6056"/>
            <a:ext cx="12196115" cy="6851944"/>
          </a:xfrm>
          <a:prstGeom prst="rect">
            <a:avLst/>
          </a:prstGeom>
        </p:spPr>
      </p:pic>
      <p:sp>
        <p:nvSpPr>
          <p:cNvPr id="8" name="Title 1">
            <a:extLst>
              <a:ext uri="{FF2B5EF4-FFF2-40B4-BE49-F238E27FC236}">
                <a16:creationId xmlns:a16="http://schemas.microsoft.com/office/drawing/2014/main" id="{A4B6136E-15CA-3C15-749F-6E89DAF3B3D7}"/>
              </a:ext>
            </a:extLst>
          </p:cNvPr>
          <p:cNvSpPr txBox="1">
            <a:spLocks/>
          </p:cNvSpPr>
          <p:nvPr/>
        </p:nvSpPr>
        <p:spPr bwMode="auto">
          <a:xfrm>
            <a:off x="2672079" y="0"/>
            <a:ext cx="9519919" cy="1191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Timeline &amp; Milestones</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9CAC1D40-DE9A-B77D-422A-087554862BCE}"/>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2693328E-6411-D99B-651D-9DE27523E624}"/>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412EA61D-8E4A-648B-3505-C936EC70FC43}"/>
              </a:ext>
            </a:extLst>
          </p:cNvPr>
          <p:cNvSpPr txBox="1">
            <a:spLocks noChangeArrowheads="1"/>
          </p:cNvSpPr>
          <p:nvPr/>
        </p:nvSpPr>
        <p:spPr>
          <a:xfrm>
            <a:off x="914400" y="19050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3" name="Picture 12" descr="A graph with colorful squares&#10;&#10;AI-generated content may be incorrect.">
            <a:extLst>
              <a:ext uri="{FF2B5EF4-FFF2-40B4-BE49-F238E27FC236}">
                <a16:creationId xmlns:a16="http://schemas.microsoft.com/office/drawing/2014/main" id="{43628BE2-618A-847B-7471-2F3975630529}"/>
              </a:ext>
            </a:extLst>
          </p:cNvPr>
          <p:cNvPicPr>
            <a:picLocks noChangeAspect="1"/>
          </p:cNvPicPr>
          <p:nvPr/>
        </p:nvPicPr>
        <p:blipFill>
          <a:blip r:embed="rId4"/>
          <a:stretch>
            <a:fillRect/>
          </a:stretch>
        </p:blipFill>
        <p:spPr>
          <a:xfrm>
            <a:off x="-4116" y="1028699"/>
            <a:ext cx="12196113" cy="5692775"/>
          </a:xfrm>
          <a:prstGeom prst="rect">
            <a:avLst/>
          </a:prstGeom>
        </p:spPr>
      </p:pic>
    </p:spTree>
    <p:extLst>
      <p:ext uri="{BB962C8B-B14F-4D97-AF65-F5344CB8AC3E}">
        <p14:creationId xmlns:p14="http://schemas.microsoft.com/office/powerpoint/2010/main" val="2030901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7553-2E9A-CD70-CAE4-ADD936B4704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8AFB85-9D1D-E343-A272-FC2978F53E05}"/>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F92E1445-79B1-0DB1-0AF4-7B1B2708BD7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4670A4F1-616A-BD2F-3983-014731A3AF22}"/>
              </a:ext>
            </a:extLst>
          </p:cNvPr>
          <p:cNvSpPr>
            <a:spLocks noGrp="1"/>
          </p:cNvSpPr>
          <p:nvPr>
            <p:ph type="sldNum" sz="quarter" idx="12"/>
          </p:nvPr>
        </p:nvSpPr>
        <p:spPr/>
        <p:txBody>
          <a:bodyPr/>
          <a:lstStyle/>
          <a:p>
            <a:fld id="{EA0BABC1-04C8-4496-87CC-8745EAB9250E}" type="slidenum">
              <a:rPr lang="en-MY" smtClean="0"/>
              <a:pPr/>
              <a:t>14</a:t>
            </a:fld>
            <a:endParaRPr lang="en-MY"/>
          </a:p>
        </p:txBody>
      </p:sp>
      <p:pic>
        <p:nvPicPr>
          <p:cNvPr id="6" name="Picture 5">
            <a:extLst>
              <a:ext uri="{FF2B5EF4-FFF2-40B4-BE49-F238E27FC236}">
                <a16:creationId xmlns:a16="http://schemas.microsoft.com/office/drawing/2014/main" id="{3557E2FA-CFB7-7A97-DCE7-0E46A126EA6E}"/>
              </a:ext>
            </a:extLst>
          </p:cNvPr>
          <p:cNvPicPr>
            <a:picLocks noChangeAspect="1"/>
          </p:cNvPicPr>
          <p:nvPr/>
        </p:nvPicPr>
        <p:blipFill>
          <a:blip r:embed="rId3"/>
          <a:stretch>
            <a:fillRect/>
          </a:stretch>
        </p:blipFill>
        <p:spPr>
          <a:xfrm>
            <a:off x="-4115" y="-130469"/>
            <a:ext cx="12196115" cy="6851944"/>
          </a:xfrm>
          <a:prstGeom prst="rect">
            <a:avLst/>
          </a:prstGeom>
        </p:spPr>
      </p:pic>
      <p:sp>
        <p:nvSpPr>
          <p:cNvPr id="8" name="Title 1">
            <a:extLst>
              <a:ext uri="{FF2B5EF4-FFF2-40B4-BE49-F238E27FC236}">
                <a16:creationId xmlns:a16="http://schemas.microsoft.com/office/drawing/2014/main" id="{8628DE9E-0503-CBF2-17A8-1AADAEA20858}"/>
              </a:ext>
            </a:extLst>
          </p:cNvPr>
          <p:cNvSpPr txBox="1">
            <a:spLocks/>
          </p:cNvSpPr>
          <p:nvPr/>
        </p:nvSpPr>
        <p:spPr bwMode="auto">
          <a:xfrm>
            <a:off x="2824480" y="31651"/>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Expected Outcomes</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502512CF-61FF-4B4C-41A0-366738452518}"/>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44D4106C-C3CC-05FA-795C-82FF398A0CB9}"/>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15932C53-635D-4FB8-F7FB-7354B75C4AA3}"/>
              </a:ext>
            </a:extLst>
          </p:cNvPr>
          <p:cNvSpPr txBox="1">
            <a:spLocks noChangeArrowheads="1"/>
          </p:cNvSpPr>
          <p:nvPr/>
        </p:nvSpPr>
        <p:spPr>
          <a:xfrm>
            <a:off x="0" y="1174652"/>
            <a:ext cx="12192000" cy="56833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endParaRPr lang="en-US"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A deep learning model based on CNN that effectively integrates diverse biological data types for DTI prediction. </a:t>
            </a:r>
          </a:p>
          <a:p>
            <a:pPr lvl="0">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Enhanced performance of the proposed model over the baseline DTI datasets. </a:t>
            </a:r>
          </a:p>
          <a:p>
            <a:pPr lvl="0">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Insights into which data types and features contribute most to DTI prediction accuracy.</a:t>
            </a:r>
          </a:p>
        </p:txBody>
      </p:sp>
    </p:spTree>
    <p:extLst>
      <p:ext uri="{BB962C8B-B14F-4D97-AF65-F5344CB8AC3E}">
        <p14:creationId xmlns:p14="http://schemas.microsoft.com/office/powerpoint/2010/main" val="1180733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1E1E1-07E3-E8F9-1BA2-8C59B1E6BC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5B3A5CE-196C-06F2-F70A-12A37AA6BB3C}"/>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6F8A69CC-0F0D-9329-28D1-DCDBC5E519E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4BA5CB0D-F4B9-1A54-C912-8732BEA02848}"/>
              </a:ext>
            </a:extLst>
          </p:cNvPr>
          <p:cNvSpPr>
            <a:spLocks noGrp="1"/>
          </p:cNvSpPr>
          <p:nvPr>
            <p:ph type="sldNum" sz="quarter" idx="12"/>
          </p:nvPr>
        </p:nvSpPr>
        <p:spPr/>
        <p:txBody>
          <a:bodyPr/>
          <a:lstStyle/>
          <a:p>
            <a:fld id="{EA0BABC1-04C8-4496-87CC-8745EAB9250E}" type="slidenum">
              <a:rPr lang="en-MY" smtClean="0"/>
              <a:pPr/>
              <a:t>15</a:t>
            </a:fld>
            <a:endParaRPr lang="en-MY"/>
          </a:p>
        </p:txBody>
      </p:sp>
      <p:pic>
        <p:nvPicPr>
          <p:cNvPr id="6" name="Picture 5">
            <a:extLst>
              <a:ext uri="{FF2B5EF4-FFF2-40B4-BE49-F238E27FC236}">
                <a16:creationId xmlns:a16="http://schemas.microsoft.com/office/drawing/2014/main" id="{89857227-99B8-C249-E349-A085485E4B54}"/>
              </a:ext>
            </a:extLst>
          </p:cNvPr>
          <p:cNvPicPr>
            <a:picLocks noChangeAspect="1"/>
          </p:cNvPicPr>
          <p:nvPr/>
        </p:nvPicPr>
        <p:blipFill>
          <a:blip r:embed="rId3"/>
          <a:stretch>
            <a:fillRect/>
          </a:stretch>
        </p:blipFill>
        <p:spPr>
          <a:xfrm>
            <a:off x="-4116" y="6056"/>
            <a:ext cx="12196115" cy="6851944"/>
          </a:xfrm>
          <a:prstGeom prst="rect">
            <a:avLst/>
          </a:prstGeom>
        </p:spPr>
      </p:pic>
      <p:sp>
        <p:nvSpPr>
          <p:cNvPr id="8" name="Title 1">
            <a:extLst>
              <a:ext uri="{FF2B5EF4-FFF2-40B4-BE49-F238E27FC236}">
                <a16:creationId xmlns:a16="http://schemas.microsoft.com/office/drawing/2014/main" id="{8CC00A47-8C5C-5647-4485-F4F9D3AF2470}"/>
              </a:ext>
            </a:extLst>
          </p:cNvPr>
          <p:cNvSpPr txBox="1">
            <a:spLocks/>
          </p:cNvSpPr>
          <p:nvPr/>
        </p:nvSpPr>
        <p:spPr bwMode="auto">
          <a:xfrm>
            <a:off x="2672080" y="63738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Verdana" panose="020B0604030504040204" pitchFamily="34" charset="0"/>
                <a:ea typeface="ＭＳ Ｐゴシック" panose="020B0600070205080204" pitchFamily="34" charset="-128"/>
              </a:defRPr>
            </a:lvl1pPr>
            <a:lvl2pPr marL="37931725" indent="-37474525" defTabSz="457200">
              <a:defRPr>
                <a:solidFill>
                  <a:schemeClr val="tx1"/>
                </a:solidFill>
                <a:latin typeface="Verdana" panose="020B0604030504040204" pitchFamily="34" charset="0"/>
                <a:ea typeface="ＭＳ Ｐゴシック" panose="020B0600070205080204" pitchFamily="34" charset="-128"/>
              </a:defRPr>
            </a:lvl2pPr>
            <a:lvl3pPr marL="1143000" indent="-228600" defTabSz="457200">
              <a:defRPr>
                <a:solidFill>
                  <a:schemeClr val="tx1"/>
                </a:solidFill>
                <a:latin typeface="Verdana" panose="020B0604030504040204" pitchFamily="34" charset="0"/>
                <a:ea typeface="ＭＳ Ｐゴシック" panose="020B0600070205080204" pitchFamily="34" charset="-128"/>
              </a:defRPr>
            </a:lvl3pPr>
            <a:lvl4pPr marL="1600200" indent="-228600" defTabSz="457200">
              <a:defRPr>
                <a:solidFill>
                  <a:schemeClr val="tx1"/>
                </a:solidFill>
                <a:latin typeface="Verdana" panose="020B0604030504040204" pitchFamily="34" charset="0"/>
                <a:ea typeface="ＭＳ Ｐゴシック" panose="020B0600070205080204" pitchFamily="34" charset="-128"/>
              </a:defRPr>
            </a:lvl4pPr>
            <a:lvl5pPr marL="2057400" indent="-228600" defTabSz="457200">
              <a:defRPr>
                <a:solidFill>
                  <a:schemeClr val="tx1"/>
                </a:solidFill>
                <a:latin typeface="Verdana" panose="020B060403050404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sz="4400" b="1" dirty="0">
                <a:solidFill>
                  <a:srgbClr val="953735"/>
                </a:solidFill>
                <a:latin typeface="Calibri" panose="020F0502020204030204" pitchFamily="34" charset="0"/>
              </a:rPr>
              <a:t>References</a:t>
            </a:r>
            <a:endParaRPr lang="en-US" altLang="en-US" sz="4400" b="1" dirty="0">
              <a:solidFill>
                <a:srgbClr val="953735"/>
              </a:solidFill>
              <a:latin typeface="Calibri" panose="020F0502020204030204" pitchFamily="34" charset="0"/>
            </a:endParaRPr>
          </a:p>
        </p:txBody>
      </p:sp>
      <p:sp>
        <p:nvSpPr>
          <p:cNvPr id="9" name="Rectangle 3">
            <a:extLst>
              <a:ext uri="{FF2B5EF4-FFF2-40B4-BE49-F238E27FC236}">
                <a16:creationId xmlns:a16="http://schemas.microsoft.com/office/drawing/2014/main" id="{FF0E50FE-DC8C-ADF6-B9E1-A4E7FBE76D92}"/>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9041F470-54E8-DBC8-4CD9-BCF60E56705B}"/>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B7613481-08B8-ABAD-468C-A58EB2356FB6}"/>
              </a:ext>
            </a:extLst>
          </p:cNvPr>
          <p:cNvSpPr txBox="1">
            <a:spLocks noChangeArrowheads="1"/>
          </p:cNvSpPr>
          <p:nvPr/>
        </p:nvSpPr>
        <p:spPr>
          <a:xfrm>
            <a:off x="-1" y="1390650"/>
            <a:ext cx="12191999" cy="546735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mj-lt"/>
              <a:buAutoNum type="arabicPeriod"/>
            </a:pPr>
            <a:endParaRPr lang="en-US" dirty="0"/>
          </a:p>
          <a:p>
            <a:pPr marL="514350" indent="-514350" algn="just">
              <a:buFont typeface="+mj-lt"/>
              <a:buAutoNum type="arabicPeriod"/>
            </a:pPr>
            <a:r>
              <a:rPr lang="en-US" dirty="0"/>
              <a:t>Azlim Khan, A. K., &amp; Ahamed Hassain Malim, N. H. (2023). </a:t>
            </a:r>
            <a:r>
              <a:rPr lang="en-US" i="1" dirty="0"/>
              <a:t>Comparative Studies on Resampling Techniques in ML and DL for DTI</a:t>
            </a:r>
            <a:r>
              <a:rPr lang="en-US" dirty="0"/>
              <a:t>. Molecules, 28(4), 1663.</a:t>
            </a:r>
          </a:p>
          <a:p>
            <a:pPr marL="514350" indent="-514350" algn="just">
              <a:buFont typeface="+mj-lt"/>
              <a:buAutoNum type="arabicPeriod"/>
            </a:pPr>
            <a:r>
              <a:rPr lang="en-US" dirty="0"/>
              <a:t>Seo, S. et al. (2024). </a:t>
            </a:r>
            <a:r>
              <a:rPr lang="en-US" i="1" dirty="0"/>
              <a:t>Pseq2Sites: Deep CNN + attention for ligand-binding prediction</a:t>
            </a:r>
            <a:r>
              <a:rPr lang="en-US" dirty="0"/>
              <a:t>. Engineering Applications of AI, 127, 107257.</a:t>
            </a:r>
          </a:p>
          <a:p>
            <a:pPr marL="514350" indent="-514350" algn="just">
              <a:buFont typeface="+mj-lt"/>
              <a:buAutoNum type="arabicPeriod"/>
            </a:pPr>
            <a:r>
              <a:rPr lang="en-US" dirty="0"/>
              <a:t>Lee, J. et al. (2024). </a:t>
            </a:r>
            <a:r>
              <a:rPr lang="en-US" i="1" dirty="0"/>
              <a:t>DLM-DTI: A dual-language model for drug-target interaction</a:t>
            </a:r>
            <a:r>
              <a:rPr lang="en-US" dirty="0"/>
              <a:t>. Journal of Cheminformatics, 16(1). </a:t>
            </a:r>
          </a:p>
          <a:p>
            <a:pPr marL="514350" indent="-514350" algn="just">
              <a:buFont typeface="+mj-lt"/>
              <a:buAutoNum type="arabicPeriod"/>
            </a:pPr>
            <a:r>
              <a:rPr lang="en-US" dirty="0"/>
              <a:t>Dai, W., Wang, Y., Yan, S., Yu, Q., &amp; Cheng, X. (2025).</a:t>
            </a:r>
            <a:r>
              <a:rPr lang="en-US" i="1" dirty="0" err="1"/>
              <a:t>Hete</a:t>
            </a:r>
            <a:r>
              <a:rPr lang="en-US" i="1" dirty="0"/>
              <a:t> </a:t>
            </a:r>
            <a:r>
              <a:rPr lang="en-US" i="1" dirty="0" err="1"/>
              <a:t>rogeneous</a:t>
            </a:r>
            <a:r>
              <a:rPr lang="en-US" i="1" dirty="0"/>
              <a:t> network drug-target interaction prediction model based on graph wavelet transform and multi-level contrastive learning</a:t>
            </a:r>
            <a:r>
              <a:rPr lang="en-US" dirty="0"/>
              <a:t> (No. arXiv:2504.20103). </a:t>
            </a:r>
            <a:r>
              <a:rPr lang="en-US" dirty="0" err="1"/>
              <a:t>arXiv</a:t>
            </a:r>
            <a:r>
              <a:rPr lang="en-US" dirty="0"/>
              <a:t>. </a:t>
            </a:r>
            <a:r>
              <a:rPr lang="en-US" dirty="0">
                <a:hlinkClick r:id="rId4"/>
              </a:rPr>
              <a:t>https://doi.org/10.48550/arXiv.2504.20103</a:t>
            </a:r>
            <a:r>
              <a:rPr lang="en-US" dirty="0"/>
              <a:t>. </a:t>
            </a:r>
          </a:p>
          <a:p>
            <a:pPr marL="514350" indent="-514350" algn="just">
              <a:buFont typeface="+mj-lt"/>
              <a:buAutoNum type="arabicPeriod"/>
            </a:pPr>
            <a:r>
              <a:rPr lang="en-US" dirty="0"/>
              <a:t>Hua, Y., Feng, Z., Song, X., Wu, X. J., &amp; Kittler, J. (2025). MMDG-DTI: Drug–target interaction prediction via multimodal feature fusion and domain generalization. </a:t>
            </a:r>
            <a:r>
              <a:rPr lang="en-US" i="1" dirty="0"/>
              <a:t>Pattern Recognition</a:t>
            </a:r>
            <a:r>
              <a:rPr lang="en-US" dirty="0"/>
              <a:t>, </a:t>
            </a:r>
            <a:r>
              <a:rPr lang="en-US" i="1" dirty="0"/>
              <a:t>157</a:t>
            </a:r>
            <a:r>
              <a:rPr lang="en-US" dirty="0"/>
              <a:t>. https://doi.org/10.1016/j.patcog.2024.110887</a:t>
            </a:r>
          </a:p>
          <a:p>
            <a:pPr marL="514350" indent="-514350" algn="just">
              <a:buFont typeface="+mj-lt"/>
              <a:buAutoNum type="arabicPeriod"/>
            </a:pPr>
            <a:r>
              <a:rPr lang="en-US" dirty="0"/>
              <a:t>Luo, Y. et al. (2024). </a:t>
            </a:r>
            <a:r>
              <a:rPr lang="en-US" i="1" dirty="0"/>
              <a:t>DTKGIN: Predicting DTI with knowledge graphs</a:t>
            </a:r>
            <a:r>
              <a:rPr lang="en-US" dirty="0"/>
              <a:t>. Methods, 226, 21–27. </a:t>
            </a:r>
          </a:p>
          <a:p>
            <a:pPr marL="514350" indent="-514350" algn="just">
              <a:buFont typeface="+mj-lt"/>
              <a:buAutoNum type="arabicPeriod"/>
            </a:pPr>
            <a:r>
              <a:rPr lang="en-US" dirty="0"/>
              <a:t>Zhao, W. et al. (2024). </a:t>
            </a:r>
            <a:r>
              <a:rPr lang="en-US" i="1" dirty="0"/>
              <a:t>MSI-DTI: DTI prediction using multi-source information and self-attention</a:t>
            </a:r>
            <a:r>
              <a:rPr lang="en-US" dirty="0"/>
              <a:t>. Briefings in Bioinformatics, 25(3).</a:t>
            </a:r>
          </a:p>
          <a:p>
            <a:pPr marL="514350" indent="-514350" algn="just">
              <a:buFont typeface="+mj-lt"/>
              <a:buAutoNum type="arabicPeriod"/>
            </a:pPr>
            <a:endParaRPr lang="en-US" dirty="0"/>
          </a:p>
          <a:p>
            <a:pPr marL="0" indent="0" algn="just">
              <a:buNone/>
            </a:pPr>
            <a:endParaRPr lang="en-US" dirty="0"/>
          </a:p>
          <a:p>
            <a:pPr marL="0" indent="0">
              <a:buNone/>
            </a:pPr>
            <a:endParaRPr lang="en-US" b="1" dirty="0"/>
          </a:p>
        </p:txBody>
      </p:sp>
    </p:spTree>
    <p:extLst>
      <p:ext uri="{BB962C8B-B14F-4D97-AF65-F5344CB8AC3E}">
        <p14:creationId xmlns:p14="http://schemas.microsoft.com/office/powerpoint/2010/main" val="2109603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6900D-C8BE-8EAD-52C1-87E32B49858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88DAA2E-9DFD-9B70-CCD6-DD2F989BC570}"/>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B24ABA66-4B67-0922-DF7E-63227E2C01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EB3A8D9-47B5-5E33-BE29-F5B48574E3F8}"/>
              </a:ext>
            </a:extLst>
          </p:cNvPr>
          <p:cNvSpPr>
            <a:spLocks noGrp="1"/>
          </p:cNvSpPr>
          <p:nvPr>
            <p:ph type="sldNum" sz="quarter" idx="12"/>
          </p:nvPr>
        </p:nvSpPr>
        <p:spPr/>
        <p:txBody>
          <a:bodyPr/>
          <a:lstStyle/>
          <a:p>
            <a:fld id="{EA0BABC1-04C8-4496-87CC-8745EAB9250E}" type="slidenum">
              <a:rPr lang="en-MY" smtClean="0"/>
              <a:pPr/>
              <a:t>16</a:t>
            </a:fld>
            <a:endParaRPr lang="en-MY"/>
          </a:p>
        </p:txBody>
      </p:sp>
      <p:pic>
        <p:nvPicPr>
          <p:cNvPr id="6" name="Picture 5">
            <a:extLst>
              <a:ext uri="{FF2B5EF4-FFF2-40B4-BE49-F238E27FC236}">
                <a16:creationId xmlns:a16="http://schemas.microsoft.com/office/drawing/2014/main" id="{74708C5B-1630-2F30-7D2B-05386A388CB1}"/>
              </a:ext>
            </a:extLst>
          </p:cNvPr>
          <p:cNvPicPr>
            <a:picLocks noChangeAspect="1"/>
          </p:cNvPicPr>
          <p:nvPr/>
        </p:nvPicPr>
        <p:blipFill>
          <a:blip r:embed="rId3"/>
          <a:stretch>
            <a:fillRect/>
          </a:stretch>
        </p:blipFill>
        <p:spPr>
          <a:xfrm>
            <a:off x="-4116" y="6056"/>
            <a:ext cx="12196115" cy="6851944"/>
          </a:xfrm>
          <a:prstGeom prst="rect">
            <a:avLst/>
          </a:prstGeom>
        </p:spPr>
      </p:pic>
      <p:sp>
        <p:nvSpPr>
          <p:cNvPr id="9" name="Rectangle 3">
            <a:extLst>
              <a:ext uri="{FF2B5EF4-FFF2-40B4-BE49-F238E27FC236}">
                <a16:creationId xmlns:a16="http://schemas.microsoft.com/office/drawing/2014/main" id="{F482BDEE-A163-840D-B772-2F6DF75A9C98}"/>
              </a:ext>
            </a:extLst>
          </p:cNvPr>
          <p:cNvSpPr txBox="1">
            <a:spLocks noChangeArrowheads="1"/>
          </p:cNvSpPr>
          <p:nvPr/>
        </p:nvSpPr>
        <p:spPr>
          <a:xfrm>
            <a:off x="609600" y="16002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p:txBody>
      </p:sp>
      <p:sp>
        <p:nvSpPr>
          <p:cNvPr id="2" name="Rectangle 3">
            <a:extLst>
              <a:ext uri="{FF2B5EF4-FFF2-40B4-BE49-F238E27FC236}">
                <a16:creationId xmlns:a16="http://schemas.microsoft.com/office/drawing/2014/main" id="{2C7CE396-9B74-7203-A876-B3059C59D0E4}"/>
              </a:ext>
            </a:extLst>
          </p:cNvPr>
          <p:cNvSpPr txBox="1">
            <a:spLocks noChangeArrowheads="1"/>
          </p:cNvSpPr>
          <p:nvPr/>
        </p:nvSpPr>
        <p:spPr>
          <a:xfrm>
            <a:off x="762000" y="1752602"/>
            <a:ext cx="10972800" cy="4492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3" name="Rectangle 3">
            <a:extLst>
              <a:ext uri="{FF2B5EF4-FFF2-40B4-BE49-F238E27FC236}">
                <a16:creationId xmlns:a16="http://schemas.microsoft.com/office/drawing/2014/main" id="{902C28D1-5ABC-A581-02CC-69B58B8E89B0}"/>
              </a:ext>
            </a:extLst>
          </p:cNvPr>
          <p:cNvSpPr txBox="1">
            <a:spLocks noChangeArrowheads="1"/>
          </p:cNvSpPr>
          <p:nvPr/>
        </p:nvSpPr>
        <p:spPr>
          <a:xfrm>
            <a:off x="152400" y="1600202"/>
            <a:ext cx="11734800" cy="47976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b="1"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4"/>
          <a:stretch>
            <a:fillRect/>
          </a:stretch>
        </p:blipFill>
        <p:spPr>
          <a:xfrm>
            <a:off x="3733799" y="876300"/>
            <a:ext cx="8458201" cy="5981700"/>
          </a:xfrm>
          <a:prstGeom prst="rect">
            <a:avLst/>
          </a:prstGeom>
        </p:spPr>
      </p:pic>
    </p:spTree>
    <p:extLst>
      <p:ext uri="{BB962C8B-B14F-4D97-AF65-F5344CB8AC3E}">
        <p14:creationId xmlns:p14="http://schemas.microsoft.com/office/powerpoint/2010/main" val="346052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0B4253A-E933-4069-A41E-9E74EBCE2380}">
  <we:reference id="wa200010001" version="1.0.0.1" store="en-US" storeType="OMEX"/>
  <we:alternateReferences>
    <we:reference id="WA200010001" version="1.0.0.1" store="WA200010001" storeType="OMEX"/>
  </we:alternateReferences>
  <we:properties>
    <we:property name="claude.fileId" value="&quot;0022b583-c376-4bd7-b3ec-3f9031775f0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27773</TotalTime>
  <Words>1476</Words>
  <Application>Microsoft Office PowerPoint</Application>
  <PresentationFormat>Widescreen</PresentationFormat>
  <Paragraphs>184</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Amasis MT Pro Medium</vt:lpstr>
      <vt:lpstr>Arial</vt:lpstr>
      <vt:lpstr>Calibri</vt:lpstr>
      <vt:lpstr>Calibri Light</vt:lpstr>
      <vt:lpstr>New time roman</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TITLE</dc:title>
  <dc:creator>Nur Ezzah Abdul Kahar</dc:creator>
  <cp:lastModifiedBy>Jamila Abdul-Hadi</cp:lastModifiedBy>
  <cp:revision>437</cp:revision>
  <dcterms:created xsi:type="dcterms:W3CDTF">2019-07-04T04:23:46Z</dcterms:created>
  <dcterms:modified xsi:type="dcterms:W3CDTF">2026-05-06T16:15:09Z</dcterms:modified>
</cp:coreProperties>
</file>